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6" r:id="rId7"/>
    <p:sldId id="267" r:id="rId8"/>
    <p:sldId id="268" r:id="rId9"/>
    <p:sldId id="269" r:id="rId10"/>
    <p:sldId id="262" r:id="rId11"/>
    <p:sldId id="263" r:id="rId12"/>
    <p:sldId id="264" r:id="rId13"/>
    <p:sldId id="265" r:id="rId14"/>
    <p:sldId id="26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BAD5"/>
    <a:srgbClr val="CC00CC"/>
    <a:srgbClr val="E592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C0AF0-EF25-83FA-11D7-CFFEA4E3FB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9C1130-F39F-7FD4-C2B2-3C46BFBC9B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67B0B7-C525-F285-041D-867DE27CD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D2BEC-04D9-4FDE-B650-BE8372F20002}" type="datetimeFigureOut">
              <a:rPr lang="en-US" smtClean="0"/>
              <a:t>5/10/2022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B07DB6-D6BD-83D6-3599-29318E8FA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2B47E9-C0BF-8766-9805-1B34D5159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A6C9A-ED17-4D3E-B53B-120F1CC837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0257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FEFDF-68C5-CD6D-8516-2A963067E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9938BD-FEFB-3539-5933-B20E65E2AF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A1D4D1-2AB7-6DE7-4EB2-35FC51084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D2BEC-04D9-4FDE-B650-BE8372F20002}" type="datetimeFigureOut">
              <a:rPr lang="en-US" smtClean="0"/>
              <a:t>5/10/2022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2BBD88-5B6C-904C-4123-B1EFAFAD3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AA2C38-28BD-BFBE-7C7C-DB2766AD3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A6C9A-ED17-4D3E-B53B-120F1CC837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8759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FE109-CADF-1CB6-9036-014FC1F757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8A006-7F2B-9128-DCB3-0F1056C2E4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C821C5-AF2E-7BF4-FE4B-65C2DDC63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D2BEC-04D9-4FDE-B650-BE8372F20002}" type="datetimeFigureOut">
              <a:rPr lang="en-US" smtClean="0"/>
              <a:t>5/10/2022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36E1C0-B39C-F718-9D87-59290C34E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40196-1592-0BDF-0D0C-782658FAB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A6C9A-ED17-4D3E-B53B-120F1CC837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6067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27EDA-11CE-4D95-7C5E-18DD9188D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954117-794F-DECC-0397-381F315817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4552DB-AD8E-4DF8-0356-BD9F722149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64DBDD-1A55-7F53-0EB0-6630FD63E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D2BEC-04D9-4FDE-B650-BE8372F20002}" type="datetimeFigureOut">
              <a:rPr lang="en-US" smtClean="0"/>
              <a:t>5/10/2022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EDE3D6-9252-857D-9AF7-CBC700CCE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7013BD-7A1E-4816-CD94-73E3F4486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A6C9A-ED17-4D3E-B53B-120F1CC837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4591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1669E-FC21-4829-9848-3AEC76A72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4C04C6-F248-E349-683F-FCC7FA84BE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08167C-35E9-F26C-56EA-63B18F557B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FAC216-318A-583E-E4C4-73C09C11B7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7E3FDC-08F8-0A96-D60F-3C3051DEE2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FF2924-8B71-9A13-854C-F6D23DDD3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D2BEC-04D9-4FDE-B650-BE8372F20002}" type="datetimeFigureOut">
              <a:rPr lang="en-US" smtClean="0"/>
              <a:t>5/10/2022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4DB8FE-1C59-10EB-E105-8A8D0117D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6CD134-D083-904E-E66F-0424BF0F6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A6C9A-ED17-4D3E-B53B-120F1CC837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5347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2E765-4A76-296B-1698-765CF668C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E3332C-7AF5-4E4F-C3C0-8117B4E9AA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D2BEC-04D9-4FDE-B650-BE8372F20002}" type="datetimeFigureOut">
              <a:rPr lang="en-US" smtClean="0"/>
              <a:t>5/10/2022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A948A3-E635-992A-30D7-517BBB957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75C678-545A-60CC-328F-565D0DEBB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A6C9A-ED17-4D3E-B53B-120F1CC837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4984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0D7036-E436-B2F4-6015-0A497D46B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D2BEC-04D9-4FDE-B650-BE8372F20002}" type="datetimeFigureOut">
              <a:rPr lang="en-US" smtClean="0"/>
              <a:t>5/10/2022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901613-03B1-776A-7C60-76868BE14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187946-3D24-D92F-D9B5-21E5BFF88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A6C9A-ED17-4D3E-B53B-120F1CC837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9786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D958C-8924-73D2-82EC-B8995F067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742A64-2672-5EF3-3345-C0E161F4DD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7456E1-191E-916B-F1CC-1AB90D0ABA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899EFC-25A6-2492-35AC-878566900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D2BEC-04D9-4FDE-B650-BE8372F20002}" type="datetimeFigureOut">
              <a:rPr lang="en-US" smtClean="0"/>
              <a:t>5/10/2022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3FDDD9-5521-E252-335C-5D6EDCBF8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B33F89-6BEB-D4F6-F55D-8609DFF33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A6C9A-ED17-4D3E-B53B-120F1CC837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1263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88CDC-96D3-DE26-FCBB-7A2DD8387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1C856C-86B1-DF9D-3E3E-4307DC14F7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459211-7FF9-3D7B-C8BF-C357802CB1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DDBEBD-E087-FE3C-CC97-76189B43A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D2BEC-04D9-4FDE-B650-BE8372F20002}" type="datetimeFigureOut">
              <a:rPr lang="en-US" smtClean="0"/>
              <a:t>5/10/2022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E00DA2-6CEA-DC12-7ECF-C9EF2A0B4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D69FAC-8509-4FE5-46C8-EEBA71609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A6C9A-ED17-4D3E-B53B-120F1CC837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5813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9555B-57ED-E64C-4A3D-4B5A9798C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272B1C-B6CD-875F-1AB6-5C159B0990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628E21-6E06-67E4-F4BC-A2894F0DB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D2BEC-04D9-4FDE-B650-BE8372F20002}" type="datetimeFigureOut">
              <a:rPr lang="en-US" smtClean="0"/>
              <a:t>5/10/2022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3814D0-0790-BD4B-B232-3405BE3BE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3BA8AC-57C1-78E5-6202-E7501B183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A6C9A-ED17-4D3E-B53B-120F1CC837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6881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361743-DBB7-597A-2A8E-767F882875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588A63-24DE-1994-0311-B0C2724083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17279-17E6-2842-3263-795D3D862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D2BEC-04D9-4FDE-B650-BE8372F20002}" type="datetimeFigureOut">
              <a:rPr lang="en-US" smtClean="0"/>
              <a:t>5/10/2022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B1500E-19F3-A8FB-84CB-D64310F32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607E8C-E85F-0CD0-80C0-7EA586487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A6C9A-ED17-4D3E-B53B-120F1CC837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22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3BFF85-3210-5CC0-6E0D-D2CD520E2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2DAC02-85BD-95CE-5664-93BEC41D2C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6032A7-0FAE-8B2D-7184-574168E886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7D2BEC-04D9-4FDE-B650-BE8372F20002}" type="datetimeFigureOut">
              <a:rPr lang="en-US" smtClean="0"/>
              <a:t>5/10/2022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6F5FF4-90EF-793F-3CD5-2644975ADB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AE8B53-2FBA-AEEC-BBC7-BD945E3CAC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2A6C9A-ED17-4D3E-B53B-120F1CC837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665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2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2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>
            <a:extLst>
              <a:ext uri="{FF2B5EF4-FFF2-40B4-BE49-F238E27FC236}">
                <a16:creationId xmlns:a16="http://schemas.microsoft.com/office/drawing/2014/main" id="{798678C4-4BFA-9B4E-2F3D-650B525D6620}"/>
              </a:ext>
            </a:extLst>
          </p:cNvPr>
          <p:cNvGrpSpPr/>
          <p:nvPr/>
        </p:nvGrpSpPr>
        <p:grpSpPr>
          <a:xfrm>
            <a:off x="2262800" y="480039"/>
            <a:ext cx="6683237" cy="6304780"/>
            <a:chOff x="961901" y="376345"/>
            <a:chExt cx="6683237" cy="6304780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81C048CC-E54B-484C-92C1-369B093BE900}"/>
                </a:ext>
              </a:extLst>
            </p:cNvPr>
            <p:cNvSpPr/>
            <p:nvPr/>
          </p:nvSpPr>
          <p:spPr>
            <a:xfrm>
              <a:off x="2263992" y="3646611"/>
              <a:ext cx="263947" cy="23567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A585438F-DC4F-954D-CD45-D25E37AFD59A}"/>
                </a:ext>
              </a:extLst>
            </p:cNvPr>
            <p:cNvGrpSpPr/>
            <p:nvPr/>
          </p:nvGrpSpPr>
          <p:grpSpPr>
            <a:xfrm>
              <a:off x="1403025" y="386499"/>
              <a:ext cx="6242113" cy="5876828"/>
              <a:chOff x="884551" y="575035"/>
              <a:chExt cx="6242113" cy="5876828"/>
            </a:xfrm>
          </p:grpSpPr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86562416-87BB-8732-47B8-31F4CF307E9F}"/>
                  </a:ext>
                </a:extLst>
              </p:cNvPr>
              <p:cNvGrpSpPr/>
              <p:nvPr/>
            </p:nvGrpSpPr>
            <p:grpSpPr>
              <a:xfrm>
                <a:off x="884551" y="575035"/>
                <a:ext cx="6242113" cy="5876828"/>
                <a:chOff x="893978" y="-593889"/>
                <a:chExt cx="6242113" cy="5876828"/>
              </a:xfrm>
            </p:grpSpPr>
            <p:cxnSp>
              <p:nvCxnSpPr>
                <p:cNvPr id="5" name="Straight Connector 4">
                  <a:extLst>
                    <a:ext uri="{FF2B5EF4-FFF2-40B4-BE49-F238E27FC236}">
                      <a16:creationId xmlns:a16="http://schemas.microsoft.com/office/drawing/2014/main" id="{288CBEFE-1C07-99F1-15F4-DE9401C0246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159498" y="5062194"/>
                  <a:ext cx="5976593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3" name="Straight Connector 12">
                  <a:extLst>
                    <a:ext uri="{FF2B5EF4-FFF2-40B4-BE49-F238E27FC236}">
                      <a16:creationId xmlns:a16="http://schemas.microsoft.com/office/drawing/2014/main" id="{FCC32A63-F308-B39A-6F51-8D13BBF43FF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159498" y="-593889"/>
                  <a:ext cx="36136" cy="5656083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id="{071D60E7-EAEE-3673-B6C3-27528BA8782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905788" y="4923149"/>
                  <a:ext cx="0" cy="35979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Connector 21">
                  <a:extLst>
                    <a:ext uri="{FF2B5EF4-FFF2-40B4-BE49-F238E27FC236}">
                      <a16:creationId xmlns:a16="http://schemas.microsoft.com/office/drawing/2014/main" id="{97DA1B4C-3B6B-82DE-927C-576F494D63B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655220" y="4892525"/>
                  <a:ext cx="0" cy="35979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9C2253E7-9FE4-2938-E66D-DC2C0175001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704751" y="4867374"/>
                  <a:ext cx="0" cy="35979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08F14C07-AFCA-3994-A755-18539391940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456572" y="4867374"/>
                  <a:ext cx="0" cy="35979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5F1389F4-A0F3-CE47-94B6-B8990C0A83A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928661" y="4875243"/>
                  <a:ext cx="0" cy="35979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Straight Connector 28">
                  <a:extLst>
                    <a:ext uri="{FF2B5EF4-FFF2-40B4-BE49-F238E27FC236}">
                      <a16:creationId xmlns:a16="http://schemas.microsoft.com/office/drawing/2014/main" id="{0F34DAC5-628C-0E13-5C6C-383FE10050F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178417" y="4867374"/>
                  <a:ext cx="0" cy="35979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Connector 29">
                  <a:extLst>
                    <a:ext uri="{FF2B5EF4-FFF2-40B4-BE49-F238E27FC236}">
                      <a16:creationId xmlns:a16="http://schemas.microsoft.com/office/drawing/2014/main" id="{CBC40F64-C440-0EDE-062E-5D8672FF93C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401512" y="4882299"/>
                  <a:ext cx="0" cy="35979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Connector 30">
                  <a:extLst>
                    <a:ext uri="{FF2B5EF4-FFF2-40B4-BE49-F238E27FC236}">
                      <a16:creationId xmlns:a16="http://schemas.microsoft.com/office/drawing/2014/main" id="{787B1BB8-CDBE-6036-7EC5-76521EFC359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37969" y="4297840"/>
                  <a:ext cx="468196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Connector 32">
                  <a:extLst>
                    <a:ext uri="{FF2B5EF4-FFF2-40B4-BE49-F238E27FC236}">
                      <a16:creationId xmlns:a16="http://schemas.microsoft.com/office/drawing/2014/main" id="{41788758-2EDD-CD2A-02E7-E57B9E28497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8325" y="3538984"/>
                  <a:ext cx="468196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Straight Connector 33">
                  <a:extLst>
                    <a:ext uri="{FF2B5EF4-FFF2-40B4-BE49-F238E27FC236}">
                      <a16:creationId xmlns:a16="http://schemas.microsoft.com/office/drawing/2014/main" id="{846FF270-862C-294D-D6AE-244267D0AB1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8325" y="2784058"/>
                  <a:ext cx="468196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Connector 34">
                  <a:extLst>
                    <a:ext uri="{FF2B5EF4-FFF2-40B4-BE49-F238E27FC236}">
                      <a16:creationId xmlns:a16="http://schemas.microsoft.com/office/drawing/2014/main" id="{F737C631-8CC8-93F7-9200-738A7C363DC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93978" y="2017740"/>
                  <a:ext cx="468196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Straight Connector 35">
                  <a:extLst>
                    <a:ext uri="{FF2B5EF4-FFF2-40B4-BE49-F238E27FC236}">
                      <a16:creationId xmlns:a16="http://schemas.microsoft.com/office/drawing/2014/main" id="{891FE455-E4AE-2AAF-7406-7BEB4F503CE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5400" y="1275773"/>
                  <a:ext cx="468196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>
                  <a:extLst>
                    <a:ext uri="{FF2B5EF4-FFF2-40B4-BE49-F238E27FC236}">
                      <a16:creationId xmlns:a16="http://schemas.microsoft.com/office/drawing/2014/main" id="{A114283E-3132-BCD1-0D23-542FF9E66AA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1042" y="527901"/>
                  <a:ext cx="468196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C60837F8-506C-3D26-710A-6AC4CC55434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4551" y="944073"/>
                <a:ext cx="468196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EC36E5C-EEDD-272A-F619-C6C617BCB48F}"/>
                </a:ext>
              </a:extLst>
            </p:cNvPr>
            <p:cNvSpPr txBox="1"/>
            <p:nvPr/>
          </p:nvSpPr>
          <p:spPr>
            <a:xfrm>
              <a:off x="2263992" y="6273481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2000" b="1" dirty="0"/>
                <a:t>1</a:t>
              </a:r>
              <a:endParaRPr lang="en-US" b="1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95A83B57-FDF7-F4B4-1074-D1EF1681FBAD}"/>
                </a:ext>
              </a:extLst>
            </p:cNvPr>
            <p:cNvSpPr txBox="1"/>
            <p:nvPr/>
          </p:nvSpPr>
          <p:spPr>
            <a:xfrm>
              <a:off x="3010282" y="6263327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2000" b="1" dirty="0"/>
                <a:t>2</a:t>
              </a:r>
              <a:endParaRPr lang="en-US" b="1" dirty="0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25351A51-A130-BB50-0B68-FFA20511716B}"/>
                </a:ext>
              </a:extLst>
            </p:cNvPr>
            <p:cNvSpPr txBox="1"/>
            <p:nvPr/>
          </p:nvSpPr>
          <p:spPr>
            <a:xfrm>
              <a:off x="3754204" y="6280229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2000" b="1" dirty="0"/>
                <a:t>3</a:t>
              </a:r>
              <a:endParaRPr lang="en-US" b="1" dirty="0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A7790B1E-F32F-EF9E-A88A-77FE2CB56F65}"/>
                </a:ext>
              </a:extLst>
            </p:cNvPr>
            <p:cNvSpPr txBox="1"/>
            <p:nvPr/>
          </p:nvSpPr>
          <p:spPr>
            <a:xfrm>
              <a:off x="4530209" y="6281015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2000" b="1" dirty="0"/>
                <a:t>4</a:t>
              </a:r>
              <a:endParaRPr lang="en-US" b="1" dirty="0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1659BF9C-996E-5590-3141-85ED48137827}"/>
                </a:ext>
              </a:extLst>
            </p:cNvPr>
            <p:cNvSpPr txBox="1"/>
            <p:nvPr/>
          </p:nvSpPr>
          <p:spPr>
            <a:xfrm>
              <a:off x="5280453" y="6280229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2000" b="1" dirty="0"/>
                <a:t>5</a:t>
              </a:r>
              <a:endParaRPr lang="en-US" b="1" dirty="0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E6204B74-0218-0260-9AA8-5F0BF3B92992}"/>
                </a:ext>
              </a:extLst>
            </p:cNvPr>
            <p:cNvSpPr txBox="1"/>
            <p:nvPr/>
          </p:nvSpPr>
          <p:spPr>
            <a:xfrm>
              <a:off x="6080208" y="6280229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2000" b="1" dirty="0"/>
                <a:t>6</a:t>
              </a:r>
              <a:endParaRPr lang="en-US" b="1" dirty="0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458A1FC0-C90D-4152-724D-7C5DB89791D2}"/>
                </a:ext>
              </a:extLst>
            </p:cNvPr>
            <p:cNvSpPr txBox="1"/>
            <p:nvPr/>
          </p:nvSpPr>
          <p:spPr>
            <a:xfrm>
              <a:off x="6838339" y="6263327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2000" b="1" dirty="0"/>
                <a:t>7</a:t>
              </a:r>
              <a:endParaRPr lang="en-US" b="1" dirty="0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235FE3EA-595B-7808-DAC0-2CE1C1975588}"/>
                </a:ext>
              </a:extLst>
            </p:cNvPr>
            <p:cNvSpPr txBox="1"/>
            <p:nvPr/>
          </p:nvSpPr>
          <p:spPr>
            <a:xfrm>
              <a:off x="999746" y="4974153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2000" b="1" dirty="0"/>
                <a:t>1</a:t>
              </a:r>
              <a:endParaRPr lang="en-US" b="1" dirty="0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E101FDAA-BC29-A1BC-A59E-FB52F4284A02}"/>
                </a:ext>
              </a:extLst>
            </p:cNvPr>
            <p:cNvSpPr txBox="1"/>
            <p:nvPr/>
          </p:nvSpPr>
          <p:spPr>
            <a:xfrm>
              <a:off x="992276" y="4319317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2000" b="1" dirty="0"/>
                <a:t>2</a:t>
              </a:r>
              <a:endParaRPr lang="en-US" b="1" dirty="0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0E950751-B759-A785-D06F-CCA30C0EA92E}"/>
                </a:ext>
              </a:extLst>
            </p:cNvPr>
            <p:cNvSpPr txBox="1"/>
            <p:nvPr/>
          </p:nvSpPr>
          <p:spPr>
            <a:xfrm>
              <a:off x="961901" y="3564391"/>
              <a:ext cx="34488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L" sz="2000" b="1" dirty="0"/>
                <a:t>3</a:t>
              </a:r>
              <a:endParaRPr lang="en-US" b="1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FE3FB8F8-DE62-9239-B060-372261173DCE}"/>
                </a:ext>
              </a:extLst>
            </p:cNvPr>
            <p:cNvSpPr txBox="1"/>
            <p:nvPr/>
          </p:nvSpPr>
          <p:spPr>
            <a:xfrm>
              <a:off x="967929" y="2798073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2000" b="1" dirty="0"/>
                <a:t>4</a:t>
              </a:r>
              <a:endParaRPr lang="en-US" b="1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914B092F-6B72-5F96-9009-CC407F32E574}"/>
                </a:ext>
              </a:extLst>
            </p:cNvPr>
            <p:cNvSpPr txBox="1"/>
            <p:nvPr/>
          </p:nvSpPr>
          <p:spPr>
            <a:xfrm>
              <a:off x="992276" y="2056106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2000" b="1" dirty="0"/>
                <a:t>5</a:t>
              </a:r>
              <a:endParaRPr lang="en-US" b="1" dirty="0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4CCE3AE0-DF83-6A76-57C8-FC53E21EA996}"/>
                </a:ext>
              </a:extLst>
            </p:cNvPr>
            <p:cNvSpPr txBox="1"/>
            <p:nvPr/>
          </p:nvSpPr>
          <p:spPr>
            <a:xfrm>
              <a:off x="999746" y="1328578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2000" b="1" dirty="0"/>
                <a:t>6</a:t>
              </a:r>
              <a:endParaRPr lang="en-US" b="1" dirty="0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ACA41FD7-870C-CAC7-1590-3B0F13EE5EF4}"/>
                </a:ext>
              </a:extLst>
            </p:cNvPr>
            <p:cNvSpPr txBox="1"/>
            <p:nvPr/>
          </p:nvSpPr>
          <p:spPr>
            <a:xfrm>
              <a:off x="1015901" y="521098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2000" b="1" dirty="0"/>
                <a:t>7</a:t>
              </a:r>
              <a:endParaRPr lang="en-US" b="1" dirty="0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09382FD5-36C0-0BE9-060E-0C4A3800A9E2}"/>
                </a:ext>
              </a:extLst>
            </p:cNvPr>
            <p:cNvSpPr/>
            <p:nvPr/>
          </p:nvSpPr>
          <p:spPr>
            <a:xfrm>
              <a:off x="2992984" y="4401537"/>
              <a:ext cx="263947" cy="23567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0CD61695-495F-6208-3C13-17BF0CB59DA0}"/>
                </a:ext>
              </a:extLst>
            </p:cNvPr>
            <p:cNvSpPr/>
            <p:nvPr/>
          </p:nvSpPr>
          <p:spPr>
            <a:xfrm>
              <a:off x="5437708" y="665918"/>
              <a:ext cx="263947" cy="23567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4EAD602C-957A-99B5-04E1-25F39FA576D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61470" y="376345"/>
              <a:ext cx="4805318" cy="4918326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69F91F75-0BF9-648B-582B-14EF2CEB0589}"/>
                </a:ext>
              </a:extLst>
            </p:cNvPr>
            <p:cNvSpPr/>
            <p:nvPr/>
          </p:nvSpPr>
          <p:spPr>
            <a:xfrm>
              <a:off x="3672023" y="2998127"/>
              <a:ext cx="263947" cy="23567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D274CBEA-C8C0-15CB-812E-6D3A7D2A285D}"/>
                </a:ext>
              </a:extLst>
            </p:cNvPr>
            <p:cNvSpPr/>
            <p:nvPr/>
          </p:nvSpPr>
          <p:spPr>
            <a:xfrm>
              <a:off x="4480079" y="2103241"/>
              <a:ext cx="263947" cy="23567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90DE6203-5121-E7A5-4E29-3957D03D4A76}"/>
                </a:ext>
              </a:extLst>
            </p:cNvPr>
            <p:cNvSpPr txBox="1"/>
            <p:nvPr/>
          </p:nvSpPr>
          <p:spPr>
            <a:xfrm>
              <a:off x="2100986" y="3289107"/>
              <a:ext cx="6174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dirty="0"/>
                <a:t>(1,3)</a:t>
              </a:r>
              <a:endParaRPr lang="en-US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CEDAC37A-6FCA-C06F-2B56-59D6D5894A7B}"/>
                </a:ext>
              </a:extLst>
            </p:cNvPr>
            <p:cNvSpPr txBox="1"/>
            <p:nvPr/>
          </p:nvSpPr>
          <p:spPr>
            <a:xfrm>
              <a:off x="2992984" y="4608758"/>
              <a:ext cx="6174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dirty="0"/>
                <a:t>(2,2)</a:t>
              </a:r>
              <a:endParaRPr lang="en-US" dirty="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9AD23B45-35AF-CCA0-C5BB-342F196CE545}"/>
                </a:ext>
              </a:extLst>
            </p:cNvPr>
            <p:cNvSpPr txBox="1"/>
            <p:nvPr/>
          </p:nvSpPr>
          <p:spPr>
            <a:xfrm>
              <a:off x="3878612" y="3159503"/>
              <a:ext cx="6174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dirty="0"/>
                <a:t>(3,4)</a:t>
              </a:r>
              <a:endParaRPr lang="en-US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ADA8A848-57FD-FA46-A4E9-256F8F324EFA}"/>
                </a:ext>
              </a:extLst>
            </p:cNvPr>
            <p:cNvSpPr txBox="1"/>
            <p:nvPr/>
          </p:nvSpPr>
          <p:spPr>
            <a:xfrm>
              <a:off x="4612052" y="2273068"/>
              <a:ext cx="6174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dirty="0"/>
                <a:t>(4,5)</a:t>
              </a:r>
              <a:endParaRPr lang="en-US" dirty="0"/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0523EC63-5E87-6E5C-59A2-7A2C4690BB13}"/>
                </a:ext>
              </a:extLst>
            </p:cNvPr>
            <p:cNvSpPr txBox="1"/>
            <p:nvPr/>
          </p:nvSpPr>
          <p:spPr>
            <a:xfrm>
              <a:off x="4896898" y="855967"/>
              <a:ext cx="6174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dirty="0"/>
                <a:t>(5,7)</a:t>
              </a:r>
              <a:endParaRPr lang="en-US" dirty="0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C17DD6FD-A247-44F5-78FF-2735A029168D}"/>
                </a:ext>
              </a:extLst>
            </p:cNvPr>
            <p:cNvSpPr txBox="1"/>
            <p:nvPr/>
          </p:nvSpPr>
          <p:spPr>
            <a:xfrm>
              <a:off x="6385072" y="504616"/>
              <a:ext cx="9060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b="1" dirty="0">
                  <a:solidFill>
                    <a:srgbClr val="FF0000"/>
                  </a:solidFill>
                </a:rPr>
                <a:t>y = x +1</a:t>
              </a:r>
              <a:endParaRPr lang="en-US" b="1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687648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0DF491AA-4334-E131-F979-2B3F87300D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6393018"/>
              </p:ext>
            </p:extLst>
          </p:nvPr>
        </p:nvGraphicFramePr>
        <p:xfrm>
          <a:off x="5115811" y="1634545"/>
          <a:ext cx="2445732" cy="338099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22866">
                  <a:extLst>
                    <a:ext uri="{9D8B030D-6E8A-4147-A177-3AD203B41FA5}">
                      <a16:colId xmlns:a16="http://schemas.microsoft.com/office/drawing/2014/main" val="3525476530"/>
                    </a:ext>
                  </a:extLst>
                </a:gridCol>
                <a:gridCol w="1222866">
                  <a:extLst>
                    <a:ext uri="{9D8B030D-6E8A-4147-A177-3AD203B41FA5}">
                      <a16:colId xmlns:a16="http://schemas.microsoft.com/office/drawing/2014/main" val="3159946052"/>
                    </a:ext>
                  </a:extLst>
                </a:gridCol>
              </a:tblGrid>
              <a:tr h="563499">
                <a:tc>
                  <a:txBody>
                    <a:bodyPr/>
                    <a:lstStyle/>
                    <a:p>
                      <a:pPr algn="ctr"/>
                      <a:r>
                        <a:rPr lang="es-CL" sz="2400" dirty="0"/>
                        <a:t>Y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400" dirty="0"/>
                        <a:t>X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0024715"/>
                  </a:ext>
                </a:extLst>
              </a:tr>
              <a:tr h="563499">
                <a:tc>
                  <a:txBody>
                    <a:bodyPr/>
                    <a:lstStyle/>
                    <a:p>
                      <a:pPr algn="ctr"/>
                      <a:r>
                        <a:rPr lang="es-CL" sz="2400" dirty="0"/>
                        <a:t>3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400" dirty="0"/>
                        <a:t>1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2172333"/>
                  </a:ext>
                </a:extLst>
              </a:tr>
              <a:tr h="563499">
                <a:tc>
                  <a:txBody>
                    <a:bodyPr/>
                    <a:lstStyle/>
                    <a:p>
                      <a:pPr algn="ctr"/>
                      <a:r>
                        <a:rPr lang="es-CL" sz="2400" dirty="0"/>
                        <a:t>2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400" dirty="0"/>
                        <a:t>2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9094210"/>
                  </a:ext>
                </a:extLst>
              </a:tr>
              <a:tr h="563499">
                <a:tc>
                  <a:txBody>
                    <a:bodyPr/>
                    <a:lstStyle/>
                    <a:p>
                      <a:pPr algn="ctr"/>
                      <a:r>
                        <a:rPr lang="es-CL" sz="2400" dirty="0"/>
                        <a:t>4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400" dirty="0"/>
                        <a:t>3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4843723"/>
                  </a:ext>
                </a:extLst>
              </a:tr>
              <a:tr h="563499">
                <a:tc>
                  <a:txBody>
                    <a:bodyPr/>
                    <a:lstStyle/>
                    <a:p>
                      <a:pPr algn="ctr"/>
                      <a:r>
                        <a:rPr lang="es-CL" sz="2400" dirty="0"/>
                        <a:t>5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400" dirty="0"/>
                        <a:t>4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7022265"/>
                  </a:ext>
                </a:extLst>
              </a:tr>
              <a:tr h="563499">
                <a:tc>
                  <a:txBody>
                    <a:bodyPr/>
                    <a:lstStyle/>
                    <a:p>
                      <a:pPr algn="ctr"/>
                      <a:r>
                        <a:rPr lang="es-CL" sz="2400" dirty="0"/>
                        <a:t>7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400" dirty="0"/>
                        <a:t>5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8740001"/>
                  </a:ext>
                </a:extLst>
              </a:tr>
            </a:tbl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41BE2608-5625-A037-1D29-045DD90149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42" y="1634545"/>
            <a:ext cx="4346388" cy="424405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4F5246A-2AD1-F272-AB79-30C237248026}"/>
              </a:ext>
            </a:extLst>
          </p:cNvPr>
          <p:cNvSpPr txBox="1"/>
          <p:nvPr/>
        </p:nvSpPr>
        <p:spPr>
          <a:xfrm>
            <a:off x="5184417" y="923022"/>
            <a:ext cx="23771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800" b="1" dirty="0"/>
              <a:t>Actual data (Y)</a:t>
            </a:r>
            <a:endParaRPr lang="en-US" sz="28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AC2D949-61D4-3A14-2B33-3132A2C64117}"/>
              </a:ext>
            </a:extLst>
          </p:cNvPr>
          <p:cNvSpPr txBox="1"/>
          <p:nvPr/>
        </p:nvSpPr>
        <p:spPr>
          <a:xfrm>
            <a:off x="8585912" y="888571"/>
            <a:ext cx="32918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Predicted</a:t>
            </a:r>
            <a:r>
              <a:rPr lang="es-CL" sz="2800" b="1" dirty="0"/>
              <a:t> data (Ŷ)</a:t>
            </a:r>
            <a:endParaRPr lang="en-US" sz="2800" b="1" dirty="0"/>
          </a:p>
        </p:txBody>
      </p:sp>
      <p:graphicFrame>
        <p:nvGraphicFramePr>
          <p:cNvPr id="15" name="Table 10">
            <a:extLst>
              <a:ext uri="{FF2B5EF4-FFF2-40B4-BE49-F238E27FC236}">
                <a16:creationId xmlns:a16="http://schemas.microsoft.com/office/drawing/2014/main" id="{93E09E88-DD23-62AA-4446-226745E7BC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3266298"/>
              </p:ext>
            </p:extLst>
          </p:nvPr>
        </p:nvGraphicFramePr>
        <p:xfrm>
          <a:off x="8750967" y="1634545"/>
          <a:ext cx="2361906" cy="338099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80953">
                  <a:extLst>
                    <a:ext uri="{9D8B030D-6E8A-4147-A177-3AD203B41FA5}">
                      <a16:colId xmlns:a16="http://schemas.microsoft.com/office/drawing/2014/main" val="3525476530"/>
                    </a:ext>
                  </a:extLst>
                </a:gridCol>
                <a:gridCol w="1180953">
                  <a:extLst>
                    <a:ext uri="{9D8B030D-6E8A-4147-A177-3AD203B41FA5}">
                      <a16:colId xmlns:a16="http://schemas.microsoft.com/office/drawing/2014/main" val="3159946052"/>
                    </a:ext>
                  </a:extLst>
                </a:gridCol>
              </a:tblGrid>
              <a:tr h="563499">
                <a:tc>
                  <a:txBody>
                    <a:bodyPr/>
                    <a:lstStyle/>
                    <a:p>
                      <a:pPr algn="ctr"/>
                      <a:r>
                        <a:rPr lang="es-CL" sz="2400" dirty="0"/>
                        <a:t>Ŷ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400" dirty="0"/>
                        <a:t>X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0024715"/>
                  </a:ext>
                </a:extLst>
              </a:tr>
              <a:tr h="563499">
                <a:tc>
                  <a:txBody>
                    <a:bodyPr/>
                    <a:lstStyle/>
                    <a:p>
                      <a:pPr algn="ctr"/>
                      <a:r>
                        <a:rPr lang="es-CL" sz="2400" dirty="0"/>
                        <a:t>2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400" dirty="0"/>
                        <a:t>1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2172333"/>
                  </a:ext>
                </a:extLst>
              </a:tr>
              <a:tr h="563499">
                <a:tc>
                  <a:txBody>
                    <a:bodyPr/>
                    <a:lstStyle/>
                    <a:p>
                      <a:pPr algn="ctr"/>
                      <a:r>
                        <a:rPr lang="es-CL" sz="2400" dirty="0"/>
                        <a:t>3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400" dirty="0"/>
                        <a:t>2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9094210"/>
                  </a:ext>
                </a:extLst>
              </a:tr>
              <a:tr h="563499">
                <a:tc>
                  <a:txBody>
                    <a:bodyPr/>
                    <a:lstStyle/>
                    <a:p>
                      <a:pPr algn="ctr"/>
                      <a:r>
                        <a:rPr lang="es-CL" sz="2400" dirty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400" dirty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4843723"/>
                  </a:ext>
                </a:extLst>
              </a:tr>
              <a:tr h="563499">
                <a:tc>
                  <a:txBody>
                    <a:bodyPr/>
                    <a:lstStyle/>
                    <a:p>
                      <a:pPr algn="ctr"/>
                      <a:r>
                        <a:rPr lang="es-CL" sz="2400" dirty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400" dirty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7022265"/>
                  </a:ext>
                </a:extLst>
              </a:tr>
              <a:tr h="563499">
                <a:tc>
                  <a:txBody>
                    <a:bodyPr/>
                    <a:lstStyle/>
                    <a:p>
                      <a:pPr algn="ctr"/>
                      <a:r>
                        <a:rPr lang="es-CL" sz="2400" dirty="0"/>
                        <a:t>6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400" dirty="0"/>
                        <a:t>5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8740001"/>
                  </a:ext>
                </a:extLst>
              </a:tr>
            </a:tbl>
          </a:graphicData>
        </a:graphic>
      </p:graphicFrame>
      <p:pic>
        <p:nvPicPr>
          <p:cNvPr id="2050" name="Picture 2">
            <a:extLst>
              <a:ext uri="{FF2B5EF4-FFF2-40B4-BE49-F238E27FC236}">
                <a16:creationId xmlns:a16="http://schemas.microsoft.com/office/drawing/2014/main" id="{6CD5E619-4775-4F11-D5A7-773B23FC8E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745" y="278749"/>
            <a:ext cx="3948485" cy="12196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49DBEF1-9CD8-4534-F578-398A3FC5E2DF}"/>
                  </a:ext>
                </a:extLst>
              </p:cNvPr>
              <p:cNvSpPr txBox="1"/>
              <p:nvPr/>
            </p:nvSpPr>
            <p:spPr>
              <a:xfrm>
                <a:off x="5892531" y="5590312"/>
                <a:ext cx="3916841" cy="8130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3200" b="1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</m:acc>
                    <m:r>
                      <a:rPr lang="es-CL" sz="3200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CL" sz="32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CL" sz="3200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s-CL" sz="32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s-CL" sz="3200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s-CL" sz="3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s-CL" sz="3200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s-CL" sz="3200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  <m:r>
                          <a:rPr lang="es-CL" sz="3200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s-CL" sz="3200" b="1" i="1" smtClean="0">
                            <a:latin typeface="Cambria Math" panose="02040503050406030204" pitchFamily="18" charset="0"/>
                          </a:rPr>
                          <m:t>𝟓</m:t>
                        </m:r>
                        <m:r>
                          <a:rPr lang="es-CL" sz="3200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s-CL" sz="3200" b="1" i="1" smtClean="0">
                            <a:latin typeface="Cambria Math" panose="02040503050406030204" pitchFamily="18" charset="0"/>
                          </a:rPr>
                          <m:t>𝟕</m:t>
                        </m:r>
                        <m:r>
                          <a:rPr lang="es-CL" sz="3200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s-CL" sz="3200" b="1" i="1" smtClean="0">
                            <a:latin typeface="Cambria Math" panose="02040503050406030204" pitchFamily="18" charset="0"/>
                          </a:rPr>
                          <m:t>𝟓</m:t>
                        </m:r>
                      </m:den>
                    </m:f>
                  </m:oMath>
                </a14:m>
                <a:r>
                  <a:rPr lang="en-US" sz="3200" b="1" dirty="0"/>
                  <a:t> = 4.2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49DBEF1-9CD8-4534-F578-398A3FC5E2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2531" y="5590312"/>
                <a:ext cx="3916841" cy="813043"/>
              </a:xfrm>
              <a:prstGeom prst="rect">
                <a:avLst/>
              </a:prstGeom>
              <a:blipFill>
                <a:blip r:embed="rId4"/>
                <a:stretch>
                  <a:fillRect r="-3115" b="-12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751570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10">
            <a:extLst>
              <a:ext uri="{FF2B5EF4-FFF2-40B4-BE49-F238E27FC236}">
                <a16:creationId xmlns:a16="http://schemas.microsoft.com/office/drawing/2014/main" id="{F720386B-0AB1-9DC7-A354-81DC10D1B0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3877523"/>
              </p:ext>
            </p:extLst>
          </p:nvPr>
        </p:nvGraphicFramePr>
        <p:xfrm>
          <a:off x="143520" y="1911630"/>
          <a:ext cx="3948486" cy="37198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16162">
                  <a:extLst>
                    <a:ext uri="{9D8B030D-6E8A-4147-A177-3AD203B41FA5}">
                      <a16:colId xmlns:a16="http://schemas.microsoft.com/office/drawing/2014/main" val="3525476530"/>
                    </a:ext>
                  </a:extLst>
                </a:gridCol>
                <a:gridCol w="1316162">
                  <a:extLst>
                    <a:ext uri="{9D8B030D-6E8A-4147-A177-3AD203B41FA5}">
                      <a16:colId xmlns:a16="http://schemas.microsoft.com/office/drawing/2014/main" val="3159946052"/>
                    </a:ext>
                  </a:extLst>
                </a:gridCol>
                <a:gridCol w="1316162">
                  <a:extLst>
                    <a:ext uri="{9D8B030D-6E8A-4147-A177-3AD203B41FA5}">
                      <a16:colId xmlns:a16="http://schemas.microsoft.com/office/drawing/2014/main" val="355032366"/>
                    </a:ext>
                  </a:extLst>
                </a:gridCol>
              </a:tblGrid>
              <a:tr h="840915">
                <a:tc>
                  <a:txBody>
                    <a:bodyPr/>
                    <a:lstStyle/>
                    <a:p>
                      <a:pPr algn="ctr"/>
                      <a:r>
                        <a:rPr lang="es-CL" sz="2400" dirty="0"/>
                        <a:t>Ŷ 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400" dirty="0"/>
                        <a:t>Ŷ –</a:t>
                      </a:r>
                      <a:r>
                        <a:rPr lang="es-CL" sz="2400" baseline="0" dirty="0"/>
                        <a:t> 4.2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400" dirty="0"/>
                        <a:t>(Ŷ –</a:t>
                      </a:r>
                      <a:r>
                        <a:rPr lang="es-CL" sz="2400" baseline="0" dirty="0"/>
                        <a:t> 4.2)</a:t>
                      </a:r>
                      <a:r>
                        <a:rPr lang="es-CL" sz="2400" baseline="30000" dirty="0"/>
                        <a:t>2</a:t>
                      </a:r>
                      <a:endParaRPr lang="en-US" sz="2400" baseline="30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0024715"/>
                  </a:ext>
                </a:extLst>
              </a:tr>
              <a:tr h="575793">
                <a:tc>
                  <a:txBody>
                    <a:bodyPr/>
                    <a:lstStyle/>
                    <a:p>
                      <a:pPr algn="ctr"/>
                      <a:r>
                        <a:rPr lang="es-CL" sz="24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400" dirty="0">
                          <a:solidFill>
                            <a:schemeClr val="tx1"/>
                          </a:solidFill>
                        </a:rPr>
                        <a:t>-2.2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400" dirty="0">
                          <a:solidFill>
                            <a:schemeClr val="tx1"/>
                          </a:solidFill>
                        </a:rPr>
                        <a:t>4.84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2172333"/>
                  </a:ext>
                </a:extLst>
              </a:tr>
              <a:tr h="575793">
                <a:tc>
                  <a:txBody>
                    <a:bodyPr/>
                    <a:lstStyle/>
                    <a:p>
                      <a:pPr algn="ctr"/>
                      <a:r>
                        <a:rPr lang="es-CL" sz="24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400" dirty="0">
                          <a:solidFill>
                            <a:schemeClr val="tx1"/>
                          </a:solidFill>
                        </a:rPr>
                        <a:t>-1.2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400" dirty="0">
                          <a:solidFill>
                            <a:schemeClr val="tx1"/>
                          </a:solidFill>
                        </a:rPr>
                        <a:t>1.44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9094210"/>
                  </a:ext>
                </a:extLst>
              </a:tr>
              <a:tr h="575793">
                <a:tc>
                  <a:txBody>
                    <a:bodyPr/>
                    <a:lstStyle/>
                    <a:p>
                      <a:pPr algn="ctr"/>
                      <a:r>
                        <a:rPr lang="es-CL" sz="24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400" dirty="0">
                          <a:solidFill>
                            <a:schemeClr val="tx1"/>
                          </a:solidFill>
                        </a:rPr>
                        <a:t>-0.2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400" dirty="0">
                          <a:solidFill>
                            <a:schemeClr val="tx1"/>
                          </a:solidFill>
                        </a:rPr>
                        <a:t>0.04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4843723"/>
                  </a:ext>
                </a:extLst>
              </a:tr>
              <a:tr h="575793">
                <a:tc>
                  <a:txBody>
                    <a:bodyPr/>
                    <a:lstStyle/>
                    <a:p>
                      <a:pPr algn="ctr"/>
                      <a:r>
                        <a:rPr lang="es-CL" sz="24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400" dirty="0">
                          <a:solidFill>
                            <a:schemeClr val="tx1"/>
                          </a:solidFill>
                        </a:rPr>
                        <a:t>0.8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400" dirty="0">
                          <a:solidFill>
                            <a:schemeClr val="tx1"/>
                          </a:solidFill>
                        </a:rPr>
                        <a:t>0.64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7022265"/>
                  </a:ext>
                </a:extLst>
              </a:tr>
              <a:tr h="575793">
                <a:tc>
                  <a:txBody>
                    <a:bodyPr/>
                    <a:lstStyle/>
                    <a:p>
                      <a:pPr algn="ctr"/>
                      <a:r>
                        <a:rPr lang="es-CL" sz="24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400" dirty="0">
                          <a:solidFill>
                            <a:schemeClr val="tx1"/>
                          </a:solidFill>
                        </a:rPr>
                        <a:t>1.8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400" dirty="0">
                          <a:solidFill>
                            <a:schemeClr val="tx1"/>
                          </a:solidFill>
                        </a:rPr>
                        <a:t>3.24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874000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2B04F1D-F0D5-0396-DD57-18E53846C225}"/>
                  </a:ext>
                </a:extLst>
              </p:cNvPr>
              <p:cNvSpPr txBox="1"/>
              <p:nvPr/>
            </p:nvSpPr>
            <p:spPr>
              <a:xfrm>
                <a:off x="1147576" y="5905358"/>
                <a:ext cx="1940375" cy="837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s-CL" sz="2000" b="1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s-CL" sz="2000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CL" sz="2000" b="1" i="1" dirty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acc>
                                <m:accPr>
                                  <m:chr m:val="̂"/>
                                  <m:ctrlPr>
                                    <a:rPr lang="es-CL" sz="2000" b="1" i="1" dirty="0" smtClean="0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CL" sz="2000" b="1" i="1" dirty="0" smtClean="0">
                                      <a:latin typeface="Cambria Math" panose="02040503050406030204" pitchFamily="18" charset="0"/>
                                    </a:rPr>
                                    <m:t>𝒀</m:t>
                                  </m:r>
                                </m:e>
                              </m:acc>
                              <m:r>
                                <a:rPr lang="es-CL" sz="2000" b="1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s-CL" sz="2000" b="1" i="1" dirty="0" smtClean="0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CL" sz="2000" b="1" i="1" dirty="0" smtClean="0">
                                      <a:latin typeface="Cambria Math" panose="02040503050406030204" pitchFamily="18" charset="0"/>
                                    </a:rPr>
                                    <m:t>𝒀</m:t>
                                  </m:r>
                                </m:e>
                              </m:acc>
                              <m:r>
                                <a:rPr lang="es-CL" sz="2000" b="1" i="1" dirty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s-CL" sz="2000" b="1" i="1" dirty="0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s-CL" sz="2000" b="1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s-CL" sz="2000" b="1" i="1" dirty="0" smtClean="0">
                              <a:latin typeface="Cambria Math" panose="02040503050406030204" pitchFamily="18" charset="0"/>
                            </a:rPr>
                            <m:t>𝟏𝟎</m:t>
                          </m:r>
                          <m:r>
                            <a:rPr lang="es-CL" sz="2000" b="1" i="1" dirty="0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s-CL" sz="2000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nary>
                    </m:oMath>
                  </m:oMathPara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2B04F1D-F0D5-0396-DD57-18E53846C2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7576" y="5905358"/>
                <a:ext cx="1940375" cy="837665"/>
              </a:xfrm>
              <a:prstGeom prst="rect">
                <a:avLst/>
              </a:prstGeom>
              <a:blipFill>
                <a:blip r:embed="rId2"/>
                <a:stretch>
                  <a:fillRect r="-122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 10">
            <a:extLst>
              <a:ext uri="{FF2B5EF4-FFF2-40B4-BE49-F238E27FC236}">
                <a16:creationId xmlns:a16="http://schemas.microsoft.com/office/drawing/2014/main" id="{0D895F24-FB8D-3DDA-4473-11DDC080F4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5839208"/>
              </p:ext>
            </p:extLst>
          </p:nvPr>
        </p:nvGraphicFramePr>
        <p:xfrm>
          <a:off x="4357497" y="1926776"/>
          <a:ext cx="3948486" cy="37198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316162">
                  <a:extLst>
                    <a:ext uri="{9D8B030D-6E8A-4147-A177-3AD203B41FA5}">
                      <a16:colId xmlns:a16="http://schemas.microsoft.com/office/drawing/2014/main" val="3525476530"/>
                    </a:ext>
                  </a:extLst>
                </a:gridCol>
                <a:gridCol w="1316162">
                  <a:extLst>
                    <a:ext uri="{9D8B030D-6E8A-4147-A177-3AD203B41FA5}">
                      <a16:colId xmlns:a16="http://schemas.microsoft.com/office/drawing/2014/main" val="3159946052"/>
                    </a:ext>
                  </a:extLst>
                </a:gridCol>
                <a:gridCol w="1316162">
                  <a:extLst>
                    <a:ext uri="{9D8B030D-6E8A-4147-A177-3AD203B41FA5}">
                      <a16:colId xmlns:a16="http://schemas.microsoft.com/office/drawing/2014/main" val="355032366"/>
                    </a:ext>
                  </a:extLst>
                </a:gridCol>
              </a:tblGrid>
              <a:tr h="840915">
                <a:tc>
                  <a:txBody>
                    <a:bodyPr/>
                    <a:lstStyle/>
                    <a:p>
                      <a:pPr algn="ctr"/>
                      <a:r>
                        <a:rPr lang="es-CL" sz="2400" dirty="0"/>
                        <a:t>Y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400" dirty="0"/>
                        <a:t>Y –</a:t>
                      </a:r>
                      <a:r>
                        <a:rPr lang="es-CL" sz="2400" baseline="0" dirty="0"/>
                        <a:t> 4.2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400" dirty="0"/>
                        <a:t>(Y –</a:t>
                      </a:r>
                      <a:r>
                        <a:rPr lang="es-CL" sz="2400" baseline="0" dirty="0"/>
                        <a:t> 4.2)</a:t>
                      </a:r>
                      <a:r>
                        <a:rPr lang="es-CL" sz="2400" baseline="30000" dirty="0"/>
                        <a:t>2</a:t>
                      </a:r>
                      <a:endParaRPr lang="en-US" sz="2400" baseline="30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0024715"/>
                  </a:ext>
                </a:extLst>
              </a:tr>
              <a:tr h="575793">
                <a:tc>
                  <a:txBody>
                    <a:bodyPr/>
                    <a:lstStyle/>
                    <a:p>
                      <a:pPr algn="ctr"/>
                      <a:r>
                        <a:rPr lang="es-CL" sz="24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400" dirty="0">
                          <a:solidFill>
                            <a:schemeClr val="tx1"/>
                          </a:solidFill>
                        </a:rPr>
                        <a:t>-1.2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400" dirty="0">
                          <a:solidFill>
                            <a:schemeClr val="tx1"/>
                          </a:solidFill>
                        </a:rPr>
                        <a:t>1.44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2172333"/>
                  </a:ext>
                </a:extLst>
              </a:tr>
              <a:tr h="575793">
                <a:tc>
                  <a:txBody>
                    <a:bodyPr/>
                    <a:lstStyle/>
                    <a:p>
                      <a:pPr algn="ctr"/>
                      <a:r>
                        <a:rPr lang="es-CL" sz="24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400" dirty="0">
                          <a:solidFill>
                            <a:schemeClr val="tx1"/>
                          </a:solidFill>
                        </a:rPr>
                        <a:t>-2.2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400" dirty="0">
                          <a:solidFill>
                            <a:schemeClr val="tx1"/>
                          </a:solidFill>
                        </a:rPr>
                        <a:t>4.84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9094210"/>
                  </a:ext>
                </a:extLst>
              </a:tr>
              <a:tr h="575793">
                <a:tc>
                  <a:txBody>
                    <a:bodyPr/>
                    <a:lstStyle/>
                    <a:p>
                      <a:pPr algn="ctr"/>
                      <a:r>
                        <a:rPr lang="es-CL" sz="24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400" dirty="0">
                          <a:solidFill>
                            <a:schemeClr val="tx1"/>
                          </a:solidFill>
                        </a:rPr>
                        <a:t>-0.2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400" dirty="0">
                          <a:solidFill>
                            <a:schemeClr val="tx1"/>
                          </a:solidFill>
                        </a:rPr>
                        <a:t>0.04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4843723"/>
                  </a:ext>
                </a:extLst>
              </a:tr>
              <a:tr h="575793">
                <a:tc>
                  <a:txBody>
                    <a:bodyPr/>
                    <a:lstStyle/>
                    <a:p>
                      <a:pPr algn="ctr"/>
                      <a:r>
                        <a:rPr lang="es-CL" sz="24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400" dirty="0">
                          <a:solidFill>
                            <a:schemeClr val="tx1"/>
                          </a:solidFill>
                        </a:rPr>
                        <a:t>0.8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400" dirty="0">
                          <a:solidFill>
                            <a:schemeClr val="tx1"/>
                          </a:solidFill>
                        </a:rPr>
                        <a:t>0.64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7022265"/>
                  </a:ext>
                </a:extLst>
              </a:tr>
              <a:tr h="575793">
                <a:tc>
                  <a:txBody>
                    <a:bodyPr/>
                    <a:lstStyle/>
                    <a:p>
                      <a:pPr algn="ctr"/>
                      <a:r>
                        <a:rPr lang="es-CL" sz="24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400" dirty="0">
                          <a:solidFill>
                            <a:schemeClr val="tx1"/>
                          </a:solidFill>
                        </a:rPr>
                        <a:t>2.8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400" dirty="0">
                          <a:solidFill>
                            <a:schemeClr val="tx1"/>
                          </a:solidFill>
                        </a:rPr>
                        <a:t>7.84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874000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E0BF4DB-6BC5-11B3-B760-A83D77542E3C}"/>
                  </a:ext>
                </a:extLst>
              </p:cNvPr>
              <p:cNvSpPr txBox="1"/>
              <p:nvPr/>
            </p:nvSpPr>
            <p:spPr>
              <a:xfrm>
                <a:off x="5288437" y="5871829"/>
                <a:ext cx="1940375" cy="837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s-CL" sz="2000" b="1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s-CL" sz="2000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CL" sz="2000" b="1" i="1" dirty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s-CL" sz="2000" b="1" i="1" dirty="0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  <m:r>
                                <a:rPr lang="es-CL" sz="2000" b="1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s-CL" sz="2000" b="1" i="1" dirty="0" smtClean="0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CL" sz="2000" b="1" i="1" dirty="0" smtClean="0">
                                      <a:latin typeface="Cambria Math" panose="02040503050406030204" pitchFamily="18" charset="0"/>
                                    </a:rPr>
                                    <m:t>𝒀</m:t>
                                  </m:r>
                                </m:e>
                              </m:acc>
                              <m:r>
                                <a:rPr lang="es-CL" sz="2000" b="1" i="1" dirty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s-CL" sz="2000" b="1" i="1" dirty="0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s-CL" sz="2000" b="1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s-CL" sz="2000" b="1" i="1" dirty="0" smtClean="0">
                              <a:latin typeface="Cambria Math" panose="02040503050406030204" pitchFamily="18" charset="0"/>
                            </a:rPr>
                            <m:t>𝟏𝟒</m:t>
                          </m:r>
                          <m:r>
                            <a:rPr lang="es-CL" sz="2000" b="1" i="1" dirty="0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s-CL" sz="2000" b="1" i="1" dirty="0" smtClean="0">
                              <a:latin typeface="Cambria Math" panose="02040503050406030204" pitchFamily="18" charset="0"/>
                            </a:rPr>
                            <m:t>𝟖</m:t>
                          </m:r>
                        </m:e>
                      </m:nary>
                    </m:oMath>
                  </m:oMathPara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E0BF4DB-6BC5-11B3-B760-A83D77542E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8437" y="5871829"/>
                <a:ext cx="1940375" cy="837665"/>
              </a:xfrm>
              <a:prstGeom prst="rect">
                <a:avLst/>
              </a:prstGeom>
              <a:blipFill>
                <a:blip r:embed="rId3"/>
                <a:stretch>
                  <a:fillRect r="-128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CE02DCBE-47D5-AC57-0EDB-7BC8CA7AC747}"/>
              </a:ext>
            </a:extLst>
          </p:cNvPr>
          <p:cNvGrpSpPr/>
          <p:nvPr/>
        </p:nvGrpSpPr>
        <p:grpSpPr>
          <a:xfrm>
            <a:off x="2858300" y="114977"/>
            <a:ext cx="3948485" cy="1219643"/>
            <a:chOff x="482745" y="278749"/>
            <a:chExt cx="3948485" cy="1219643"/>
          </a:xfrm>
        </p:grpSpPr>
        <p:pic>
          <p:nvPicPr>
            <p:cNvPr id="2" name="Picture 2">
              <a:extLst>
                <a:ext uri="{FF2B5EF4-FFF2-40B4-BE49-F238E27FC236}">
                  <a16:creationId xmlns:a16="http://schemas.microsoft.com/office/drawing/2014/main" id="{B3F2E8BB-A246-917C-A658-24B6EB60349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2745" y="278749"/>
              <a:ext cx="3948485" cy="121964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8067A17-72E0-566C-0048-FF5DF121D63B}"/>
                </a:ext>
              </a:extLst>
            </p:cNvPr>
            <p:cNvSpPr/>
            <p:nvPr/>
          </p:nvSpPr>
          <p:spPr>
            <a:xfrm>
              <a:off x="2328421" y="367645"/>
              <a:ext cx="1772239" cy="480767"/>
            </a:xfrm>
            <a:prstGeom prst="rect">
              <a:avLst/>
            </a:prstGeom>
            <a:solidFill>
              <a:srgbClr val="E59223">
                <a:alpha val="23137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06C631F-C674-EEC7-F624-D016A2B48D55}"/>
                </a:ext>
              </a:extLst>
            </p:cNvPr>
            <p:cNvSpPr/>
            <p:nvPr/>
          </p:nvSpPr>
          <p:spPr>
            <a:xfrm>
              <a:off x="2328421" y="948477"/>
              <a:ext cx="1772239" cy="480767"/>
            </a:xfrm>
            <a:prstGeom prst="rect">
              <a:avLst/>
            </a:prstGeom>
            <a:solidFill>
              <a:schemeClr val="accent6">
                <a:alpha val="23137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3E07D1D-EF6F-E228-1672-361205D2B408}"/>
                  </a:ext>
                </a:extLst>
              </p:cNvPr>
              <p:cNvSpPr txBox="1"/>
              <p:nvPr/>
            </p:nvSpPr>
            <p:spPr>
              <a:xfrm>
                <a:off x="9227918" y="2437865"/>
                <a:ext cx="1940375" cy="837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s-CL" sz="2000" b="1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s-CL" sz="2000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CL" sz="2000" b="1" i="1" dirty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acc>
                                <m:accPr>
                                  <m:chr m:val="̂"/>
                                  <m:ctrlPr>
                                    <a:rPr lang="es-CL" sz="2000" b="1" i="1" dirty="0" smtClean="0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CL" sz="2000" b="1" i="1" dirty="0" smtClean="0">
                                      <a:latin typeface="Cambria Math" panose="02040503050406030204" pitchFamily="18" charset="0"/>
                                    </a:rPr>
                                    <m:t>𝒀</m:t>
                                  </m:r>
                                </m:e>
                              </m:acc>
                              <m:r>
                                <a:rPr lang="es-CL" sz="2000" b="1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s-CL" sz="2000" b="1" i="1" dirty="0" smtClean="0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CL" sz="2000" b="1" i="1" dirty="0" smtClean="0">
                                      <a:latin typeface="Cambria Math" panose="02040503050406030204" pitchFamily="18" charset="0"/>
                                    </a:rPr>
                                    <m:t>𝒀</m:t>
                                  </m:r>
                                </m:e>
                              </m:acc>
                              <m:r>
                                <a:rPr lang="es-CL" sz="2000" b="1" i="1" dirty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s-CL" sz="2000" b="1" i="1" dirty="0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s-CL" sz="2000" b="1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s-CL" sz="2000" b="1" i="1" dirty="0" smtClean="0">
                              <a:latin typeface="Cambria Math" panose="02040503050406030204" pitchFamily="18" charset="0"/>
                            </a:rPr>
                            <m:t>𝟏𝟎</m:t>
                          </m:r>
                          <m:r>
                            <a:rPr lang="es-CL" sz="2000" b="1" i="1" dirty="0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s-CL" sz="2000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nary>
                    </m:oMath>
                  </m:oMathPara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3E07D1D-EF6F-E228-1672-361205D2B4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7918" y="2437865"/>
                <a:ext cx="1940375" cy="837665"/>
              </a:xfrm>
              <a:prstGeom prst="rect">
                <a:avLst/>
              </a:prstGeom>
              <a:blipFill>
                <a:blip r:embed="rId5"/>
                <a:stretch>
                  <a:fillRect r="-12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45CD33A-18B4-44C4-6E7D-0B456AC933A9}"/>
              </a:ext>
            </a:extLst>
          </p:cNvPr>
          <p:cNvCxnSpPr/>
          <p:nvPr/>
        </p:nvCxnSpPr>
        <p:spPr>
          <a:xfrm>
            <a:off x="9294829" y="3275530"/>
            <a:ext cx="2243580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E9CD54C-E6A3-C84A-F1B7-3C0DDC32A3A9}"/>
                  </a:ext>
                </a:extLst>
              </p:cNvPr>
              <p:cNvSpPr txBox="1"/>
              <p:nvPr/>
            </p:nvSpPr>
            <p:spPr>
              <a:xfrm>
                <a:off x="9412976" y="3275530"/>
                <a:ext cx="1940375" cy="837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s-CL" sz="2000" b="1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s-CL" sz="2000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CL" sz="2000" b="1" i="1" dirty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s-CL" sz="2000" b="1" i="1" dirty="0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  <m:r>
                                <a:rPr lang="es-CL" sz="2000" b="1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s-CL" sz="2000" b="1" i="1" dirty="0" smtClean="0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CL" sz="2000" b="1" i="1" dirty="0" smtClean="0">
                                      <a:latin typeface="Cambria Math" panose="02040503050406030204" pitchFamily="18" charset="0"/>
                                    </a:rPr>
                                    <m:t>𝒀</m:t>
                                  </m:r>
                                </m:e>
                              </m:acc>
                              <m:r>
                                <a:rPr lang="es-CL" sz="2000" b="1" i="1" dirty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s-CL" sz="2000" b="1" i="1" dirty="0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s-CL" sz="2000" b="1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s-CL" sz="2000" b="1" i="1" dirty="0" smtClean="0">
                              <a:latin typeface="Cambria Math" panose="02040503050406030204" pitchFamily="18" charset="0"/>
                            </a:rPr>
                            <m:t>𝟏𝟒</m:t>
                          </m:r>
                          <m:r>
                            <a:rPr lang="es-CL" sz="2000" b="1" i="1" dirty="0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s-CL" sz="2000" b="1" i="1" dirty="0" smtClean="0">
                              <a:latin typeface="Cambria Math" panose="02040503050406030204" pitchFamily="18" charset="0"/>
                            </a:rPr>
                            <m:t>𝟖</m:t>
                          </m:r>
                        </m:e>
                      </m:nary>
                    </m:oMath>
                  </m:oMathPara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E9CD54C-E6A3-C84A-F1B7-3C0DDC32A3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12976" y="3275530"/>
                <a:ext cx="1940375" cy="837665"/>
              </a:xfrm>
              <a:prstGeom prst="rect">
                <a:avLst/>
              </a:prstGeom>
              <a:blipFill>
                <a:blip r:embed="rId6"/>
                <a:stretch>
                  <a:fillRect r="-13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Arrow: Down 15">
            <a:extLst>
              <a:ext uri="{FF2B5EF4-FFF2-40B4-BE49-F238E27FC236}">
                <a16:creationId xmlns:a16="http://schemas.microsoft.com/office/drawing/2014/main" id="{66EC28A4-8A13-8D89-7FF7-6E8113968EAC}"/>
              </a:ext>
            </a:extLst>
          </p:cNvPr>
          <p:cNvSpPr/>
          <p:nvPr/>
        </p:nvSpPr>
        <p:spPr>
          <a:xfrm>
            <a:off x="10294071" y="4113195"/>
            <a:ext cx="518474" cy="688157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id="{40B3B7BC-428A-A076-7EDD-05685050DEB0}"/>
              </a:ext>
            </a:extLst>
          </p:cNvPr>
          <p:cNvSpPr/>
          <p:nvPr/>
        </p:nvSpPr>
        <p:spPr>
          <a:xfrm rot="16200000">
            <a:off x="8532074" y="3084921"/>
            <a:ext cx="518474" cy="688157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4A5DB40-C888-16D8-CAA0-62DBA0AB87B5}"/>
              </a:ext>
            </a:extLst>
          </p:cNvPr>
          <p:cNvSpPr txBox="1"/>
          <p:nvPr/>
        </p:nvSpPr>
        <p:spPr>
          <a:xfrm>
            <a:off x="9846223" y="5241303"/>
            <a:ext cx="17876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800" b="1" dirty="0"/>
              <a:t>r</a:t>
            </a:r>
            <a:r>
              <a:rPr lang="es-CL" sz="2800" b="1" baseline="30000" dirty="0"/>
              <a:t>2</a:t>
            </a:r>
            <a:r>
              <a:rPr lang="es-CL" sz="2800" b="1" dirty="0"/>
              <a:t> = 0.6892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35513923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7E315C4-71EE-C8C4-84AB-41E262013AD3}"/>
              </a:ext>
            </a:extLst>
          </p:cNvPr>
          <p:cNvSpPr txBox="1"/>
          <p:nvPr/>
        </p:nvSpPr>
        <p:spPr>
          <a:xfrm>
            <a:off x="4996206" y="518474"/>
            <a:ext cx="252889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/>
              <a:t>Covariance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E4670FD-0CE3-14E9-0336-49C76FF5C4F5}"/>
                  </a:ext>
                </a:extLst>
              </p:cNvPr>
              <p:cNvSpPr txBox="1"/>
              <p:nvPr/>
            </p:nvSpPr>
            <p:spPr>
              <a:xfrm>
                <a:off x="3585049" y="4440993"/>
                <a:ext cx="5351209" cy="100174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4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𝝈</m:t>
                        </m:r>
                      </m:e>
                      <m:sub>
                        <m:r>
                          <a:rPr lang="en-US" sz="4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𝒙𝒚</m:t>
                        </m:r>
                      </m:sub>
                    </m:sSub>
                    <m:r>
                      <a:rPr lang="en-US" sz="4400" b="1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4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grow m:val="on"/>
                            <m:subHide m:val="on"/>
                            <m:supHide m:val="on"/>
                            <m:ctrlPr>
                              <a:rPr lang="en-US" sz="4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b>
                              <m:sSubPr>
                                <m:ctrlPr>
                                  <a:rPr lang="en-US" sz="44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44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𝝌</m:t>
                                </m:r>
                              </m:e>
                              <m:sub>
                                <m:r>
                                  <a:rPr lang="en-US" sz="44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44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44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𝜸</m:t>
                                </m:r>
                              </m:e>
                              <m:sub>
                                <m:r>
                                  <a:rPr lang="en-US" sz="44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  <m:r>
                                  <a:rPr lang="es-CL" sz="4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  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4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CL" sz="44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</m:e>
                              <m:sub>
                                <m:r>
                                  <a:rPr lang="es-CL" sz="4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sub>
                            </m:sSub>
                          </m:e>
                        </m:nary>
                        <m:r>
                          <a:rPr lang="es-CL" sz="4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num>
                      <m:den>
                        <m:r>
                          <a:rPr lang="en-US" sz="4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den>
                    </m:f>
                    <m:r>
                      <a:rPr lang="es-CL" sz="4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− </m:t>
                    </m:r>
                    <m:acc>
                      <m:accPr>
                        <m:chr m:val="̅"/>
                        <m:ctrlPr>
                          <a:rPr lang="en-US" sz="4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sz="4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L" sz="4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4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acc>
                  </m:oMath>
                </a14:m>
                <a:r>
                  <a:rPr lang="en-US" sz="4400" b="1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E4670FD-0CE3-14E9-0336-49C76FF5C4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5049" y="4440993"/>
                <a:ext cx="5351209" cy="100174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8DEB2D1-25A0-E043-1218-79DD31D7A19C}"/>
                  </a:ext>
                </a:extLst>
              </p:cNvPr>
              <p:cNvSpPr txBox="1"/>
              <p:nvPr/>
            </p:nvSpPr>
            <p:spPr>
              <a:xfrm>
                <a:off x="3088354" y="2238353"/>
                <a:ext cx="6587188" cy="11906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𝝈</m:t>
                          </m:r>
                        </m:e>
                        <m:sub>
                          <m:r>
                            <a:rPr lang="en-US" sz="4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𝒙𝒚</m:t>
                          </m:r>
                        </m:sub>
                      </m:sSub>
                      <m:r>
                        <a:rPr lang="en-US" sz="4000" b="1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grow m:val="on"/>
                              <m:subHide m:val="on"/>
                              <m:supHide m:val="on"/>
                              <m:ctrlPr>
                                <a:rPr lang="en-US" sz="4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d>
                                <m:dPr>
                                  <m:ctrlPr>
                                    <a:rPr lang="es-CL" sz="40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s-CL" sz="4000" b="1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CL" sz="4000" b="1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s-CL" sz="4000" b="1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  <m:r>
                                    <a:rPr lang="es-CL" sz="40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sz="40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40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</m:acc>
                                </m:e>
                              </m:d>
                              <m:d>
                                <m:dPr>
                                  <m:ctrlPr>
                                    <a:rPr lang="es-CL" sz="40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s-CL" sz="4000" b="1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CL" sz="4000" b="1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  <m:sub>
                                      <m:r>
                                        <a:rPr lang="es-CL" sz="4000" b="1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  <m:r>
                                    <a:rPr lang="es-CL" sz="40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sz="40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s-CL" sz="40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sz="40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</m:acc>
                                </m:e>
                              </m:d>
                              <m:r>
                                <a:rPr lang="es-CL" sz="4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40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CL" sz="4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e>
                                <m:sub>
                                  <m:r>
                                    <a:rPr lang="es-CL" sz="40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nary>
                          <m:r>
                            <a:rPr lang="es-CL" sz="4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 sz="4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den>
                      </m:f>
                      <m:r>
                        <a:rPr lang="es-CL" sz="4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4000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8DEB2D1-25A0-E043-1218-79DD31D7A1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8354" y="2238353"/>
                <a:ext cx="6587188" cy="119064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08129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932E931-3C8C-8F70-C8D5-18DCEDF43C97}"/>
                  </a:ext>
                </a:extLst>
              </p:cNvPr>
              <p:cNvSpPr txBox="1"/>
              <p:nvPr/>
            </p:nvSpPr>
            <p:spPr>
              <a:xfrm>
                <a:off x="7153168" y="1550431"/>
                <a:ext cx="4608954" cy="8333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𝝈</m:t>
                          </m:r>
                        </m:e>
                        <m:sub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𝒙𝒚</m:t>
                          </m:r>
                        </m:sub>
                      </m:sSub>
                      <m:r>
                        <a:rPr lang="en-US" sz="2800" b="1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grow m:val="on"/>
                              <m:subHide m:val="on"/>
                              <m:supHide m:val="on"/>
                              <m:ctrlP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d>
                                <m:dPr>
                                  <m:ctrlPr>
                                    <a:rPr lang="es-CL" sz="28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s-CL" sz="2800" b="1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CL" sz="2800" b="1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s-CL" sz="2800" b="1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  <m:r>
                                    <a:rPr lang="es-CL" sz="28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sz="28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8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</m:acc>
                                </m:e>
                              </m:d>
                              <m:d>
                                <m:dPr>
                                  <m:ctrlPr>
                                    <a:rPr lang="es-CL" sz="28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s-CL" sz="2800" b="1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CL" sz="2800" b="1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  <m:sub>
                                      <m:r>
                                        <a:rPr lang="es-CL" sz="2800" b="1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  <m:r>
                                    <a:rPr lang="es-CL" sz="28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sz="28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s-CL" sz="28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sz="28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</m:acc>
                                </m:e>
                              </m:d>
                              <m:r>
                                <a:rPr lang="es-CL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8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CL" sz="28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e>
                                <m:sub>
                                  <m:r>
                                    <a:rPr lang="es-CL" sz="28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nary>
                          <m:r>
                            <a:rPr lang="es-CL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den>
                      </m:f>
                      <m:r>
                        <a:rPr lang="es-CL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800" b="1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932E931-3C8C-8F70-C8D5-18DCEDF43C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3168" y="1550431"/>
                <a:ext cx="4608954" cy="83337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E8D2774B-EF6B-795C-E7B5-DF4755C909D9}"/>
              </a:ext>
            </a:extLst>
          </p:cNvPr>
          <p:cNvGrpSpPr/>
          <p:nvPr/>
        </p:nvGrpSpPr>
        <p:grpSpPr>
          <a:xfrm>
            <a:off x="383723" y="1055219"/>
            <a:ext cx="5712277" cy="5482269"/>
            <a:chOff x="961901" y="386499"/>
            <a:chExt cx="6683237" cy="6294626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84D14AC6-AD0E-854B-396C-AD316D7A94E2}"/>
                </a:ext>
              </a:extLst>
            </p:cNvPr>
            <p:cNvSpPr/>
            <p:nvPr/>
          </p:nvSpPr>
          <p:spPr>
            <a:xfrm>
              <a:off x="2263992" y="3646611"/>
              <a:ext cx="263947" cy="23567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4A3A9A46-507D-FBEE-A772-C67304875C98}"/>
                </a:ext>
              </a:extLst>
            </p:cNvPr>
            <p:cNvGrpSpPr/>
            <p:nvPr/>
          </p:nvGrpSpPr>
          <p:grpSpPr>
            <a:xfrm>
              <a:off x="1403025" y="386499"/>
              <a:ext cx="6242113" cy="5876828"/>
              <a:chOff x="884551" y="575035"/>
              <a:chExt cx="6242113" cy="5876828"/>
            </a:xfrm>
          </p:grpSpPr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1D642DEC-9B6B-A484-DECA-C47645F9F53C}"/>
                  </a:ext>
                </a:extLst>
              </p:cNvPr>
              <p:cNvGrpSpPr/>
              <p:nvPr/>
            </p:nvGrpSpPr>
            <p:grpSpPr>
              <a:xfrm>
                <a:off x="884551" y="575035"/>
                <a:ext cx="6242113" cy="5876828"/>
                <a:chOff x="893978" y="-593889"/>
                <a:chExt cx="6242113" cy="5876828"/>
              </a:xfrm>
            </p:grpSpPr>
            <p:cxnSp>
              <p:nvCxnSpPr>
                <p:cNvPr id="33" name="Straight Connector 32">
                  <a:extLst>
                    <a:ext uri="{FF2B5EF4-FFF2-40B4-BE49-F238E27FC236}">
                      <a16:creationId xmlns:a16="http://schemas.microsoft.com/office/drawing/2014/main" id="{A55B34CC-59FC-E66B-1142-0A685E8C8AD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159498" y="5062194"/>
                  <a:ext cx="5976593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Straight Connector 33">
                  <a:extLst>
                    <a:ext uri="{FF2B5EF4-FFF2-40B4-BE49-F238E27FC236}">
                      <a16:creationId xmlns:a16="http://schemas.microsoft.com/office/drawing/2014/main" id="{0F078803-D860-1721-D6BE-35F36A7239B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159498" y="-593889"/>
                  <a:ext cx="36136" cy="5656083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Connector 34">
                  <a:extLst>
                    <a:ext uri="{FF2B5EF4-FFF2-40B4-BE49-F238E27FC236}">
                      <a16:creationId xmlns:a16="http://schemas.microsoft.com/office/drawing/2014/main" id="{124FB8EC-39CC-EBE1-EB12-371B9B8D54B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905788" y="4923149"/>
                  <a:ext cx="0" cy="35979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Straight Connector 35">
                  <a:extLst>
                    <a:ext uri="{FF2B5EF4-FFF2-40B4-BE49-F238E27FC236}">
                      <a16:creationId xmlns:a16="http://schemas.microsoft.com/office/drawing/2014/main" id="{1CA518CA-A2BD-9006-FE46-A6C375852BA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655220" y="4892525"/>
                  <a:ext cx="0" cy="35979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>
                  <a:extLst>
                    <a:ext uri="{FF2B5EF4-FFF2-40B4-BE49-F238E27FC236}">
                      <a16:creationId xmlns:a16="http://schemas.microsoft.com/office/drawing/2014/main" id="{C3BA4E0E-336D-36A6-79F2-BED81AFCB9D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704751" y="4867374"/>
                  <a:ext cx="0" cy="35979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>
                  <a:extLst>
                    <a:ext uri="{FF2B5EF4-FFF2-40B4-BE49-F238E27FC236}">
                      <a16:creationId xmlns:a16="http://schemas.microsoft.com/office/drawing/2014/main" id="{12104228-6355-722A-4F5A-D337F6A1E14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456572" y="4867374"/>
                  <a:ext cx="0" cy="35979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>
                  <a:extLst>
                    <a:ext uri="{FF2B5EF4-FFF2-40B4-BE49-F238E27FC236}">
                      <a16:creationId xmlns:a16="http://schemas.microsoft.com/office/drawing/2014/main" id="{57035453-359D-0F7E-3473-0AA2854F401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928661" y="4875243"/>
                  <a:ext cx="0" cy="35979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>
                  <a:extLst>
                    <a:ext uri="{FF2B5EF4-FFF2-40B4-BE49-F238E27FC236}">
                      <a16:creationId xmlns:a16="http://schemas.microsoft.com/office/drawing/2014/main" id="{D08C05FD-0502-D02C-7104-F2452A14544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178417" y="4867374"/>
                  <a:ext cx="0" cy="35979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8453ABEE-F494-070E-6687-78FD4C20FF5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401512" y="4882299"/>
                  <a:ext cx="0" cy="35979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>
                  <a:extLst>
                    <a:ext uri="{FF2B5EF4-FFF2-40B4-BE49-F238E27FC236}">
                      <a16:creationId xmlns:a16="http://schemas.microsoft.com/office/drawing/2014/main" id="{D2A07237-2BCC-9A18-15E6-05503CBF604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37969" y="4297840"/>
                  <a:ext cx="468196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EAF02ABE-CC5C-A02F-973F-5CF8CD65FA2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8325" y="3538984"/>
                  <a:ext cx="468196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A79432E7-0061-02D2-5502-8E90FD9504E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8325" y="2784058"/>
                  <a:ext cx="468196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A80F205B-7C91-0C19-3DEE-689F38B0E84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93978" y="2017740"/>
                  <a:ext cx="468196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Connector 45">
                  <a:extLst>
                    <a:ext uri="{FF2B5EF4-FFF2-40B4-BE49-F238E27FC236}">
                      <a16:creationId xmlns:a16="http://schemas.microsoft.com/office/drawing/2014/main" id="{2DD90BAE-E23B-F16A-DD36-B66CCF21312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5400" y="1275773"/>
                  <a:ext cx="468196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Straight Connector 46">
                  <a:extLst>
                    <a:ext uri="{FF2B5EF4-FFF2-40B4-BE49-F238E27FC236}">
                      <a16:creationId xmlns:a16="http://schemas.microsoft.com/office/drawing/2014/main" id="{A4B5B54E-FE5F-DD54-7C25-B1B645DEEEB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1042" y="527901"/>
                  <a:ext cx="468196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45EADDE8-6EEF-724D-DB9D-DF3F5F9BC72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4551" y="944073"/>
                <a:ext cx="468196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5C6A0B2-803D-55CE-900E-3FBFD4C84434}"/>
                </a:ext>
              </a:extLst>
            </p:cNvPr>
            <p:cNvSpPr txBox="1"/>
            <p:nvPr/>
          </p:nvSpPr>
          <p:spPr>
            <a:xfrm>
              <a:off x="2263992" y="6273481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2000" b="1" dirty="0"/>
                <a:t>1</a:t>
              </a:r>
              <a:endParaRPr lang="en-US" b="1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E8D3D1E-7ABB-BD20-07FC-A6C7ACCE3B02}"/>
                </a:ext>
              </a:extLst>
            </p:cNvPr>
            <p:cNvSpPr txBox="1"/>
            <p:nvPr/>
          </p:nvSpPr>
          <p:spPr>
            <a:xfrm>
              <a:off x="3010282" y="6263327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2000" b="1" dirty="0"/>
                <a:t>2</a:t>
              </a:r>
              <a:endParaRPr lang="en-US" b="1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3F03057-C5B0-F118-99E8-5EA5D4BE3614}"/>
                </a:ext>
              </a:extLst>
            </p:cNvPr>
            <p:cNvSpPr txBox="1"/>
            <p:nvPr/>
          </p:nvSpPr>
          <p:spPr>
            <a:xfrm>
              <a:off x="3754204" y="6280229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2000" b="1" dirty="0"/>
                <a:t>3</a:t>
              </a:r>
              <a:endParaRPr lang="en-US" b="1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DF46506-2CED-B279-CE9C-94E9ED15E530}"/>
                </a:ext>
              </a:extLst>
            </p:cNvPr>
            <p:cNvSpPr txBox="1"/>
            <p:nvPr/>
          </p:nvSpPr>
          <p:spPr>
            <a:xfrm>
              <a:off x="4530209" y="6281015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2000" b="1" dirty="0"/>
                <a:t>4</a:t>
              </a:r>
              <a:endParaRPr lang="en-US" b="1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2041D26-2A22-F596-1982-AA3C21D79A03}"/>
                </a:ext>
              </a:extLst>
            </p:cNvPr>
            <p:cNvSpPr txBox="1"/>
            <p:nvPr/>
          </p:nvSpPr>
          <p:spPr>
            <a:xfrm>
              <a:off x="5280453" y="6280229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2000" b="1" dirty="0"/>
                <a:t>5</a:t>
              </a:r>
              <a:endParaRPr lang="en-US" b="1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2FCC0E6-D3FA-64FA-B823-16A62DE710C9}"/>
                </a:ext>
              </a:extLst>
            </p:cNvPr>
            <p:cNvSpPr txBox="1"/>
            <p:nvPr/>
          </p:nvSpPr>
          <p:spPr>
            <a:xfrm>
              <a:off x="6080208" y="6280229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2000" b="1" dirty="0"/>
                <a:t>6</a:t>
              </a:r>
              <a:endParaRPr lang="en-US" b="1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9E0C3D8-8F4D-5674-9B51-5461579339B3}"/>
                </a:ext>
              </a:extLst>
            </p:cNvPr>
            <p:cNvSpPr txBox="1"/>
            <p:nvPr/>
          </p:nvSpPr>
          <p:spPr>
            <a:xfrm>
              <a:off x="6838339" y="6263327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2000" b="1" dirty="0"/>
                <a:t>7</a:t>
              </a:r>
              <a:endParaRPr lang="en-US" b="1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461141C-8DC6-4C44-478E-24B118A8B40C}"/>
                </a:ext>
              </a:extLst>
            </p:cNvPr>
            <p:cNvSpPr txBox="1"/>
            <p:nvPr/>
          </p:nvSpPr>
          <p:spPr>
            <a:xfrm>
              <a:off x="999746" y="4974153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2000" b="1" dirty="0"/>
                <a:t>1</a:t>
              </a:r>
              <a:endParaRPr lang="en-US" b="1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3BC8B42-A847-F8C0-3280-1D8199D53B88}"/>
                </a:ext>
              </a:extLst>
            </p:cNvPr>
            <p:cNvSpPr txBox="1"/>
            <p:nvPr/>
          </p:nvSpPr>
          <p:spPr>
            <a:xfrm>
              <a:off x="992276" y="4319317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2000" b="1" dirty="0"/>
                <a:t>2</a:t>
              </a:r>
              <a:endParaRPr lang="en-US" b="1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3612980-661C-086C-1EB5-7EEE42315FC0}"/>
                </a:ext>
              </a:extLst>
            </p:cNvPr>
            <p:cNvSpPr txBox="1"/>
            <p:nvPr/>
          </p:nvSpPr>
          <p:spPr>
            <a:xfrm>
              <a:off x="961901" y="3564391"/>
              <a:ext cx="34488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L" sz="2000" b="1" dirty="0"/>
                <a:t>3</a:t>
              </a:r>
              <a:endParaRPr lang="en-US" b="1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2C1CFA1-4B62-5EF6-96E6-EB2028FEDF0B}"/>
                </a:ext>
              </a:extLst>
            </p:cNvPr>
            <p:cNvSpPr txBox="1"/>
            <p:nvPr/>
          </p:nvSpPr>
          <p:spPr>
            <a:xfrm>
              <a:off x="967929" y="2798073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2000" b="1" dirty="0"/>
                <a:t>4</a:t>
              </a:r>
              <a:endParaRPr lang="en-US" b="1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FFFA823-8A3F-8224-5737-53C641E284A1}"/>
                </a:ext>
              </a:extLst>
            </p:cNvPr>
            <p:cNvSpPr txBox="1"/>
            <p:nvPr/>
          </p:nvSpPr>
          <p:spPr>
            <a:xfrm>
              <a:off x="992276" y="2056106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2000" b="1" dirty="0"/>
                <a:t>5</a:t>
              </a:r>
              <a:endParaRPr lang="en-US" b="1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BD55611-35AD-8CFC-C5F9-780DDDEF056E}"/>
                </a:ext>
              </a:extLst>
            </p:cNvPr>
            <p:cNvSpPr txBox="1"/>
            <p:nvPr/>
          </p:nvSpPr>
          <p:spPr>
            <a:xfrm>
              <a:off x="999746" y="1328578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2000" b="1" dirty="0"/>
                <a:t>6</a:t>
              </a:r>
              <a:endParaRPr lang="en-US" b="1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19AB078-2603-F3EB-34F9-987721DDB411}"/>
                </a:ext>
              </a:extLst>
            </p:cNvPr>
            <p:cNvSpPr txBox="1"/>
            <p:nvPr/>
          </p:nvSpPr>
          <p:spPr>
            <a:xfrm>
              <a:off x="1015901" y="521098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2000" b="1" dirty="0"/>
                <a:t>7</a:t>
              </a:r>
              <a:endParaRPr lang="en-US" b="1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E90407CA-9A09-EDDB-571F-AB88A969CAB6}"/>
                </a:ext>
              </a:extLst>
            </p:cNvPr>
            <p:cNvSpPr/>
            <p:nvPr/>
          </p:nvSpPr>
          <p:spPr>
            <a:xfrm>
              <a:off x="2992984" y="4401537"/>
              <a:ext cx="263947" cy="23567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48CA450C-7BDB-F87A-C96D-F00E11B0259C}"/>
                </a:ext>
              </a:extLst>
            </p:cNvPr>
            <p:cNvSpPr/>
            <p:nvPr/>
          </p:nvSpPr>
          <p:spPr>
            <a:xfrm>
              <a:off x="5437708" y="665918"/>
              <a:ext cx="263947" cy="23567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2B842D91-3F55-3658-C105-4B51925CD9C9}"/>
                </a:ext>
              </a:extLst>
            </p:cNvPr>
            <p:cNvSpPr/>
            <p:nvPr/>
          </p:nvSpPr>
          <p:spPr>
            <a:xfrm>
              <a:off x="3253900" y="3026800"/>
              <a:ext cx="263947" cy="2356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F0AA0361-573E-C3B6-DDC7-B8D22917834D}"/>
                </a:ext>
              </a:extLst>
            </p:cNvPr>
            <p:cNvSpPr/>
            <p:nvPr/>
          </p:nvSpPr>
          <p:spPr>
            <a:xfrm>
              <a:off x="4480079" y="2103241"/>
              <a:ext cx="263947" cy="23567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8" name="Oval 47">
            <a:extLst>
              <a:ext uri="{FF2B5EF4-FFF2-40B4-BE49-F238E27FC236}">
                <a16:creationId xmlns:a16="http://schemas.microsoft.com/office/drawing/2014/main" id="{21369C52-7CF5-89F0-D9F6-25B4C1F2A448}"/>
              </a:ext>
            </a:extLst>
          </p:cNvPr>
          <p:cNvSpPr/>
          <p:nvPr/>
        </p:nvSpPr>
        <p:spPr>
          <a:xfrm>
            <a:off x="3533989" y="3124547"/>
            <a:ext cx="225600" cy="20525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520680D0-15E6-2F8E-0FEB-65E33245C787}"/>
              </a:ext>
            </a:extLst>
          </p:cNvPr>
          <p:cNvSpPr/>
          <p:nvPr/>
        </p:nvSpPr>
        <p:spPr>
          <a:xfrm>
            <a:off x="4343680" y="2367982"/>
            <a:ext cx="225600" cy="20525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4D39B13F-F32C-613B-2424-D91E05B5DEB1}"/>
              </a:ext>
            </a:extLst>
          </p:cNvPr>
          <p:cNvSpPr/>
          <p:nvPr/>
        </p:nvSpPr>
        <p:spPr>
          <a:xfrm>
            <a:off x="3846963" y="1947326"/>
            <a:ext cx="225600" cy="20525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E8575717-E58E-9EFD-69D5-DF89B7390394}"/>
              </a:ext>
            </a:extLst>
          </p:cNvPr>
          <p:cNvSpPr/>
          <p:nvPr/>
        </p:nvSpPr>
        <p:spPr>
          <a:xfrm>
            <a:off x="2770352" y="3791967"/>
            <a:ext cx="225600" cy="20525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A47C0316-786B-EFF4-D1BB-B1C4257DB0DB}"/>
              </a:ext>
            </a:extLst>
          </p:cNvPr>
          <p:cNvSpPr/>
          <p:nvPr/>
        </p:nvSpPr>
        <p:spPr>
          <a:xfrm>
            <a:off x="1579911" y="4560311"/>
            <a:ext cx="225600" cy="20525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FC9FFE35-0412-5C40-AA03-9ED3D7CA31B0}"/>
              </a:ext>
            </a:extLst>
          </p:cNvPr>
          <p:cNvSpPr/>
          <p:nvPr/>
        </p:nvSpPr>
        <p:spPr>
          <a:xfrm>
            <a:off x="5180815" y="2509354"/>
            <a:ext cx="225600" cy="20525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C42DC911-392D-D471-7D80-448750E13B9E}"/>
              </a:ext>
            </a:extLst>
          </p:cNvPr>
          <p:cNvSpPr/>
          <p:nvPr/>
        </p:nvSpPr>
        <p:spPr>
          <a:xfrm>
            <a:off x="4970546" y="1599925"/>
            <a:ext cx="225600" cy="20525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5F94A0CD-2E15-A364-48CD-3574C14CDAF5}"/>
              </a:ext>
            </a:extLst>
          </p:cNvPr>
          <p:cNvSpPr/>
          <p:nvPr/>
        </p:nvSpPr>
        <p:spPr>
          <a:xfrm>
            <a:off x="1556070" y="5210281"/>
            <a:ext cx="225600" cy="20525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08590B46-F38D-B72C-D756-D7A5E67A1C9B}"/>
                  </a:ext>
                </a:extLst>
              </p:cNvPr>
              <p:cNvSpPr txBox="1"/>
              <p:nvPr/>
            </p:nvSpPr>
            <p:spPr>
              <a:xfrm>
                <a:off x="3058154" y="6123841"/>
                <a:ext cx="52081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08590B46-F38D-B72C-D756-D7A5E67A1C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8154" y="6123841"/>
                <a:ext cx="52081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D95A826E-CC8B-AE4D-7FE5-550A0EC54E6A}"/>
                  </a:ext>
                </a:extLst>
              </p:cNvPr>
              <p:cNvSpPr txBox="1"/>
              <p:nvPr/>
            </p:nvSpPr>
            <p:spPr>
              <a:xfrm>
                <a:off x="140584" y="2811153"/>
                <a:ext cx="511163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sz="3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L" sz="32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32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D95A826E-CC8B-AE4D-7FE5-550A0EC54E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584" y="2811153"/>
                <a:ext cx="511163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CE576CD3-8816-1468-899E-F516EBD4EE4D}"/>
              </a:ext>
            </a:extLst>
          </p:cNvPr>
          <p:cNvCxnSpPr>
            <a:cxnSpLocks/>
          </p:cNvCxnSpPr>
          <p:nvPr/>
        </p:nvCxnSpPr>
        <p:spPr>
          <a:xfrm>
            <a:off x="761251" y="3169464"/>
            <a:ext cx="400175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F9189166-F5C5-1AD3-F887-C9024F35B3E1}"/>
              </a:ext>
            </a:extLst>
          </p:cNvPr>
          <p:cNvCxnSpPr>
            <a:cxnSpLocks/>
          </p:cNvCxnSpPr>
          <p:nvPr/>
        </p:nvCxnSpPr>
        <p:spPr>
          <a:xfrm flipV="1">
            <a:off x="3333928" y="5832097"/>
            <a:ext cx="0" cy="31335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Oval 62">
            <a:extLst>
              <a:ext uri="{FF2B5EF4-FFF2-40B4-BE49-F238E27FC236}">
                <a16:creationId xmlns:a16="http://schemas.microsoft.com/office/drawing/2014/main" id="{513A2682-79E8-1EE9-853A-9BBC1BE7E366}"/>
              </a:ext>
            </a:extLst>
          </p:cNvPr>
          <p:cNvSpPr/>
          <p:nvPr/>
        </p:nvSpPr>
        <p:spPr>
          <a:xfrm>
            <a:off x="3154096" y="3052938"/>
            <a:ext cx="225600" cy="20525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0763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932E931-3C8C-8F70-C8D5-18DCEDF43C97}"/>
                  </a:ext>
                </a:extLst>
              </p:cNvPr>
              <p:cNvSpPr txBox="1"/>
              <p:nvPr/>
            </p:nvSpPr>
            <p:spPr>
              <a:xfrm>
                <a:off x="7153168" y="1550431"/>
                <a:ext cx="4608954" cy="8333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𝝈</m:t>
                          </m:r>
                        </m:e>
                        <m:sub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𝒙𝒚</m:t>
                          </m:r>
                        </m:sub>
                      </m:sSub>
                      <m:r>
                        <a:rPr lang="en-US" sz="2800" b="1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grow m:val="on"/>
                              <m:subHide m:val="on"/>
                              <m:supHide m:val="on"/>
                              <m:ctrlP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d>
                                <m:dPr>
                                  <m:ctrlPr>
                                    <a:rPr lang="es-CL" sz="28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s-CL" sz="2800" b="1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CL" sz="2800" b="1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s-CL" sz="2800" b="1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  <m:r>
                                    <a:rPr lang="es-CL" sz="28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sz="28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8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</m:acc>
                                </m:e>
                              </m:d>
                              <m:d>
                                <m:dPr>
                                  <m:ctrlPr>
                                    <a:rPr lang="es-CL" sz="28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s-CL" sz="2800" b="1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CL" sz="2800" b="1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  <m:sub>
                                      <m:r>
                                        <a:rPr lang="es-CL" sz="2800" b="1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  <m:r>
                                    <a:rPr lang="es-CL" sz="28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sz="28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s-CL" sz="28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sz="28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</m:acc>
                                </m:e>
                              </m:d>
                              <m:r>
                                <a:rPr lang="es-CL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8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CL" sz="28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e>
                                <m:sub>
                                  <m:r>
                                    <a:rPr lang="es-CL" sz="28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nary>
                          <m:r>
                            <a:rPr lang="es-CL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den>
                      </m:f>
                      <m:r>
                        <a:rPr lang="es-CL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800" b="1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932E931-3C8C-8F70-C8D5-18DCEDF43C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3168" y="1550431"/>
                <a:ext cx="4608954" cy="83337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E8D2774B-EF6B-795C-E7B5-DF4755C909D9}"/>
              </a:ext>
            </a:extLst>
          </p:cNvPr>
          <p:cNvGrpSpPr/>
          <p:nvPr/>
        </p:nvGrpSpPr>
        <p:grpSpPr>
          <a:xfrm>
            <a:off x="383723" y="1055219"/>
            <a:ext cx="5712277" cy="5482269"/>
            <a:chOff x="961901" y="386499"/>
            <a:chExt cx="6683237" cy="6294626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84D14AC6-AD0E-854B-396C-AD316D7A94E2}"/>
                </a:ext>
              </a:extLst>
            </p:cNvPr>
            <p:cNvSpPr/>
            <p:nvPr/>
          </p:nvSpPr>
          <p:spPr>
            <a:xfrm>
              <a:off x="2263992" y="3646611"/>
              <a:ext cx="263947" cy="23567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4A3A9A46-507D-FBEE-A772-C67304875C98}"/>
                </a:ext>
              </a:extLst>
            </p:cNvPr>
            <p:cNvGrpSpPr/>
            <p:nvPr/>
          </p:nvGrpSpPr>
          <p:grpSpPr>
            <a:xfrm>
              <a:off x="1403025" y="386499"/>
              <a:ext cx="6242113" cy="5876828"/>
              <a:chOff x="884551" y="575035"/>
              <a:chExt cx="6242113" cy="5876828"/>
            </a:xfrm>
          </p:grpSpPr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1D642DEC-9B6B-A484-DECA-C47645F9F53C}"/>
                  </a:ext>
                </a:extLst>
              </p:cNvPr>
              <p:cNvGrpSpPr/>
              <p:nvPr/>
            </p:nvGrpSpPr>
            <p:grpSpPr>
              <a:xfrm>
                <a:off x="884551" y="575035"/>
                <a:ext cx="6242113" cy="5876828"/>
                <a:chOff x="893978" y="-593889"/>
                <a:chExt cx="6242113" cy="5876828"/>
              </a:xfrm>
            </p:grpSpPr>
            <p:cxnSp>
              <p:nvCxnSpPr>
                <p:cNvPr id="33" name="Straight Connector 32">
                  <a:extLst>
                    <a:ext uri="{FF2B5EF4-FFF2-40B4-BE49-F238E27FC236}">
                      <a16:creationId xmlns:a16="http://schemas.microsoft.com/office/drawing/2014/main" id="{A55B34CC-59FC-E66B-1142-0A685E8C8AD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159498" y="5062194"/>
                  <a:ext cx="5976593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Straight Connector 33">
                  <a:extLst>
                    <a:ext uri="{FF2B5EF4-FFF2-40B4-BE49-F238E27FC236}">
                      <a16:creationId xmlns:a16="http://schemas.microsoft.com/office/drawing/2014/main" id="{0F078803-D860-1721-D6BE-35F36A7239B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159498" y="-593889"/>
                  <a:ext cx="36136" cy="5656083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Connector 34">
                  <a:extLst>
                    <a:ext uri="{FF2B5EF4-FFF2-40B4-BE49-F238E27FC236}">
                      <a16:creationId xmlns:a16="http://schemas.microsoft.com/office/drawing/2014/main" id="{124FB8EC-39CC-EBE1-EB12-371B9B8D54B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905788" y="4923149"/>
                  <a:ext cx="0" cy="35979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Straight Connector 35">
                  <a:extLst>
                    <a:ext uri="{FF2B5EF4-FFF2-40B4-BE49-F238E27FC236}">
                      <a16:creationId xmlns:a16="http://schemas.microsoft.com/office/drawing/2014/main" id="{1CA518CA-A2BD-9006-FE46-A6C375852BA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655220" y="4892525"/>
                  <a:ext cx="0" cy="35979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>
                  <a:extLst>
                    <a:ext uri="{FF2B5EF4-FFF2-40B4-BE49-F238E27FC236}">
                      <a16:creationId xmlns:a16="http://schemas.microsoft.com/office/drawing/2014/main" id="{C3BA4E0E-336D-36A6-79F2-BED81AFCB9D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704751" y="4867374"/>
                  <a:ext cx="0" cy="35979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>
                  <a:extLst>
                    <a:ext uri="{FF2B5EF4-FFF2-40B4-BE49-F238E27FC236}">
                      <a16:creationId xmlns:a16="http://schemas.microsoft.com/office/drawing/2014/main" id="{12104228-6355-722A-4F5A-D337F6A1E14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456572" y="4867374"/>
                  <a:ext cx="0" cy="35979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>
                  <a:extLst>
                    <a:ext uri="{FF2B5EF4-FFF2-40B4-BE49-F238E27FC236}">
                      <a16:creationId xmlns:a16="http://schemas.microsoft.com/office/drawing/2014/main" id="{57035453-359D-0F7E-3473-0AA2854F401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928661" y="4875243"/>
                  <a:ext cx="0" cy="35979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>
                  <a:extLst>
                    <a:ext uri="{FF2B5EF4-FFF2-40B4-BE49-F238E27FC236}">
                      <a16:creationId xmlns:a16="http://schemas.microsoft.com/office/drawing/2014/main" id="{D08C05FD-0502-D02C-7104-F2452A14544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178417" y="4867374"/>
                  <a:ext cx="0" cy="35979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8453ABEE-F494-070E-6687-78FD4C20FF5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401512" y="4882299"/>
                  <a:ext cx="0" cy="35979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>
                  <a:extLst>
                    <a:ext uri="{FF2B5EF4-FFF2-40B4-BE49-F238E27FC236}">
                      <a16:creationId xmlns:a16="http://schemas.microsoft.com/office/drawing/2014/main" id="{D2A07237-2BCC-9A18-15E6-05503CBF604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37969" y="4297840"/>
                  <a:ext cx="468196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EAF02ABE-CC5C-A02F-973F-5CF8CD65FA2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8325" y="3538984"/>
                  <a:ext cx="468196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A79432E7-0061-02D2-5502-8E90FD9504E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8325" y="2784058"/>
                  <a:ext cx="468196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A80F205B-7C91-0C19-3DEE-689F38B0E84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93978" y="2017740"/>
                  <a:ext cx="468196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Connector 45">
                  <a:extLst>
                    <a:ext uri="{FF2B5EF4-FFF2-40B4-BE49-F238E27FC236}">
                      <a16:creationId xmlns:a16="http://schemas.microsoft.com/office/drawing/2014/main" id="{2DD90BAE-E23B-F16A-DD36-B66CCF21312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5400" y="1275773"/>
                  <a:ext cx="468196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Straight Connector 46">
                  <a:extLst>
                    <a:ext uri="{FF2B5EF4-FFF2-40B4-BE49-F238E27FC236}">
                      <a16:creationId xmlns:a16="http://schemas.microsoft.com/office/drawing/2014/main" id="{A4B5B54E-FE5F-DD54-7C25-B1B645DEEEB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1042" y="527901"/>
                  <a:ext cx="468196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45EADDE8-6EEF-724D-DB9D-DF3F5F9BC72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4551" y="944073"/>
                <a:ext cx="468196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5C6A0B2-803D-55CE-900E-3FBFD4C84434}"/>
                </a:ext>
              </a:extLst>
            </p:cNvPr>
            <p:cNvSpPr txBox="1"/>
            <p:nvPr/>
          </p:nvSpPr>
          <p:spPr>
            <a:xfrm>
              <a:off x="2263992" y="6273481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2000" b="1" dirty="0"/>
                <a:t>1</a:t>
              </a:r>
              <a:endParaRPr lang="en-US" b="1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E8D3D1E-7ABB-BD20-07FC-A6C7ACCE3B02}"/>
                </a:ext>
              </a:extLst>
            </p:cNvPr>
            <p:cNvSpPr txBox="1"/>
            <p:nvPr/>
          </p:nvSpPr>
          <p:spPr>
            <a:xfrm>
              <a:off x="3010282" y="6263327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2000" b="1" dirty="0"/>
                <a:t>2</a:t>
              </a:r>
              <a:endParaRPr lang="en-US" b="1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3F03057-C5B0-F118-99E8-5EA5D4BE3614}"/>
                </a:ext>
              </a:extLst>
            </p:cNvPr>
            <p:cNvSpPr txBox="1"/>
            <p:nvPr/>
          </p:nvSpPr>
          <p:spPr>
            <a:xfrm>
              <a:off x="3754204" y="6280229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2000" b="1" dirty="0"/>
                <a:t>3</a:t>
              </a:r>
              <a:endParaRPr lang="en-US" b="1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DF46506-2CED-B279-CE9C-94E9ED15E530}"/>
                </a:ext>
              </a:extLst>
            </p:cNvPr>
            <p:cNvSpPr txBox="1"/>
            <p:nvPr/>
          </p:nvSpPr>
          <p:spPr>
            <a:xfrm>
              <a:off x="4530209" y="6281015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2000" b="1" dirty="0"/>
                <a:t>4</a:t>
              </a:r>
              <a:endParaRPr lang="en-US" b="1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2041D26-2A22-F596-1982-AA3C21D79A03}"/>
                </a:ext>
              </a:extLst>
            </p:cNvPr>
            <p:cNvSpPr txBox="1"/>
            <p:nvPr/>
          </p:nvSpPr>
          <p:spPr>
            <a:xfrm>
              <a:off x="5280453" y="6280229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2000" b="1" dirty="0"/>
                <a:t>5</a:t>
              </a:r>
              <a:endParaRPr lang="en-US" b="1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2FCC0E6-D3FA-64FA-B823-16A62DE710C9}"/>
                </a:ext>
              </a:extLst>
            </p:cNvPr>
            <p:cNvSpPr txBox="1"/>
            <p:nvPr/>
          </p:nvSpPr>
          <p:spPr>
            <a:xfrm>
              <a:off x="6080208" y="6280229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2000" b="1" dirty="0"/>
                <a:t>6</a:t>
              </a:r>
              <a:endParaRPr lang="en-US" b="1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9E0C3D8-8F4D-5674-9B51-5461579339B3}"/>
                </a:ext>
              </a:extLst>
            </p:cNvPr>
            <p:cNvSpPr txBox="1"/>
            <p:nvPr/>
          </p:nvSpPr>
          <p:spPr>
            <a:xfrm>
              <a:off x="6838339" y="6263327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2000" b="1" dirty="0"/>
                <a:t>7</a:t>
              </a:r>
              <a:endParaRPr lang="en-US" b="1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461141C-8DC6-4C44-478E-24B118A8B40C}"/>
                </a:ext>
              </a:extLst>
            </p:cNvPr>
            <p:cNvSpPr txBox="1"/>
            <p:nvPr/>
          </p:nvSpPr>
          <p:spPr>
            <a:xfrm>
              <a:off x="999746" y="4974153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2000" b="1" dirty="0"/>
                <a:t>1</a:t>
              </a:r>
              <a:endParaRPr lang="en-US" b="1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3BC8B42-A847-F8C0-3280-1D8199D53B88}"/>
                </a:ext>
              </a:extLst>
            </p:cNvPr>
            <p:cNvSpPr txBox="1"/>
            <p:nvPr/>
          </p:nvSpPr>
          <p:spPr>
            <a:xfrm>
              <a:off x="992276" y="4319317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2000" b="1" dirty="0"/>
                <a:t>2</a:t>
              </a:r>
              <a:endParaRPr lang="en-US" b="1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3612980-661C-086C-1EB5-7EEE42315FC0}"/>
                </a:ext>
              </a:extLst>
            </p:cNvPr>
            <p:cNvSpPr txBox="1"/>
            <p:nvPr/>
          </p:nvSpPr>
          <p:spPr>
            <a:xfrm>
              <a:off x="961901" y="3564391"/>
              <a:ext cx="34488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L" sz="2000" b="1" dirty="0"/>
                <a:t>3</a:t>
              </a:r>
              <a:endParaRPr lang="en-US" b="1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2C1CFA1-4B62-5EF6-96E6-EB2028FEDF0B}"/>
                </a:ext>
              </a:extLst>
            </p:cNvPr>
            <p:cNvSpPr txBox="1"/>
            <p:nvPr/>
          </p:nvSpPr>
          <p:spPr>
            <a:xfrm>
              <a:off x="967929" y="2798073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2000" b="1" dirty="0"/>
                <a:t>4</a:t>
              </a:r>
              <a:endParaRPr lang="en-US" b="1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FFFA823-8A3F-8224-5737-53C641E284A1}"/>
                </a:ext>
              </a:extLst>
            </p:cNvPr>
            <p:cNvSpPr txBox="1"/>
            <p:nvPr/>
          </p:nvSpPr>
          <p:spPr>
            <a:xfrm>
              <a:off x="992276" y="2056106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2000" b="1" dirty="0"/>
                <a:t>5</a:t>
              </a:r>
              <a:endParaRPr lang="en-US" b="1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BD55611-35AD-8CFC-C5F9-780DDDEF056E}"/>
                </a:ext>
              </a:extLst>
            </p:cNvPr>
            <p:cNvSpPr txBox="1"/>
            <p:nvPr/>
          </p:nvSpPr>
          <p:spPr>
            <a:xfrm>
              <a:off x="999746" y="1328578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2000" b="1" dirty="0"/>
                <a:t>6</a:t>
              </a:r>
              <a:endParaRPr lang="en-US" b="1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19AB078-2603-F3EB-34F9-987721DDB411}"/>
                </a:ext>
              </a:extLst>
            </p:cNvPr>
            <p:cNvSpPr txBox="1"/>
            <p:nvPr/>
          </p:nvSpPr>
          <p:spPr>
            <a:xfrm>
              <a:off x="1015901" y="521098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2000" b="1" dirty="0"/>
                <a:t>7</a:t>
              </a:r>
              <a:endParaRPr lang="en-US" b="1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E90407CA-9A09-EDDB-571F-AB88A969CAB6}"/>
                </a:ext>
              </a:extLst>
            </p:cNvPr>
            <p:cNvSpPr/>
            <p:nvPr/>
          </p:nvSpPr>
          <p:spPr>
            <a:xfrm>
              <a:off x="2992984" y="4401537"/>
              <a:ext cx="263947" cy="23567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48CA450C-7BDB-F87A-C96D-F00E11B0259C}"/>
                </a:ext>
              </a:extLst>
            </p:cNvPr>
            <p:cNvSpPr/>
            <p:nvPr/>
          </p:nvSpPr>
          <p:spPr>
            <a:xfrm>
              <a:off x="5437708" y="665918"/>
              <a:ext cx="263947" cy="23567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2B842D91-3F55-3658-C105-4B51925CD9C9}"/>
                </a:ext>
              </a:extLst>
            </p:cNvPr>
            <p:cNvSpPr/>
            <p:nvPr/>
          </p:nvSpPr>
          <p:spPr>
            <a:xfrm>
              <a:off x="3253900" y="3026800"/>
              <a:ext cx="263947" cy="2356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F0AA0361-573E-C3B6-DDC7-B8D22917834D}"/>
                </a:ext>
              </a:extLst>
            </p:cNvPr>
            <p:cNvSpPr/>
            <p:nvPr/>
          </p:nvSpPr>
          <p:spPr>
            <a:xfrm>
              <a:off x="4480079" y="2103241"/>
              <a:ext cx="263947" cy="23567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8" name="Oval 47">
            <a:extLst>
              <a:ext uri="{FF2B5EF4-FFF2-40B4-BE49-F238E27FC236}">
                <a16:creationId xmlns:a16="http://schemas.microsoft.com/office/drawing/2014/main" id="{21369C52-7CF5-89F0-D9F6-25B4C1F2A448}"/>
              </a:ext>
            </a:extLst>
          </p:cNvPr>
          <p:cNvSpPr/>
          <p:nvPr/>
        </p:nvSpPr>
        <p:spPr>
          <a:xfrm>
            <a:off x="3533989" y="3124547"/>
            <a:ext cx="225600" cy="20525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520680D0-15E6-2F8E-0FEB-65E33245C787}"/>
              </a:ext>
            </a:extLst>
          </p:cNvPr>
          <p:cNvSpPr/>
          <p:nvPr/>
        </p:nvSpPr>
        <p:spPr>
          <a:xfrm>
            <a:off x="4343680" y="2367982"/>
            <a:ext cx="225600" cy="20525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4D39B13F-F32C-613B-2424-D91E05B5DEB1}"/>
              </a:ext>
            </a:extLst>
          </p:cNvPr>
          <p:cNvSpPr/>
          <p:nvPr/>
        </p:nvSpPr>
        <p:spPr>
          <a:xfrm>
            <a:off x="3846963" y="1947326"/>
            <a:ext cx="225600" cy="20525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E8575717-E58E-9EFD-69D5-DF89B7390394}"/>
              </a:ext>
            </a:extLst>
          </p:cNvPr>
          <p:cNvSpPr/>
          <p:nvPr/>
        </p:nvSpPr>
        <p:spPr>
          <a:xfrm>
            <a:off x="2770352" y="3791967"/>
            <a:ext cx="225600" cy="20525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A47C0316-786B-EFF4-D1BB-B1C4257DB0DB}"/>
              </a:ext>
            </a:extLst>
          </p:cNvPr>
          <p:cNvSpPr/>
          <p:nvPr/>
        </p:nvSpPr>
        <p:spPr>
          <a:xfrm>
            <a:off x="1579911" y="4560311"/>
            <a:ext cx="225600" cy="205255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FC9FFE35-0412-5C40-AA03-9ED3D7CA31B0}"/>
              </a:ext>
            </a:extLst>
          </p:cNvPr>
          <p:cNvSpPr/>
          <p:nvPr/>
        </p:nvSpPr>
        <p:spPr>
          <a:xfrm>
            <a:off x="5180815" y="2509354"/>
            <a:ext cx="225600" cy="20525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C42DC911-392D-D471-7D80-448750E13B9E}"/>
              </a:ext>
            </a:extLst>
          </p:cNvPr>
          <p:cNvSpPr/>
          <p:nvPr/>
        </p:nvSpPr>
        <p:spPr>
          <a:xfrm>
            <a:off x="4970546" y="1599925"/>
            <a:ext cx="225600" cy="205255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5F94A0CD-2E15-A364-48CD-3574C14CDAF5}"/>
              </a:ext>
            </a:extLst>
          </p:cNvPr>
          <p:cNvSpPr/>
          <p:nvPr/>
        </p:nvSpPr>
        <p:spPr>
          <a:xfrm>
            <a:off x="1556070" y="5210281"/>
            <a:ext cx="225600" cy="20525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08590B46-F38D-B72C-D756-D7A5E67A1C9B}"/>
                  </a:ext>
                </a:extLst>
              </p:cNvPr>
              <p:cNvSpPr txBox="1"/>
              <p:nvPr/>
            </p:nvSpPr>
            <p:spPr>
              <a:xfrm>
                <a:off x="3058154" y="6123841"/>
                <a:ext cx="52081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08590B46-F38D-B72C-D756-D7A5E67A1C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8154" y="6123841"/>
                <a:ext cx="52081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D95A826E-CC8B-AE4D-7FE5-550A0EC54E6A}"/>
                  </a:ext>
                </a:extLst>
              </p:cNvPr>
              <p:cNvSpPr txBox="1"/>
              <p:nvPr/>
            </p:nvSpPr>
            <p:spPr>
              <a:xfrm>
                <a:off x="140584" y="2811153"/>
                <a:ext cx="511163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sz="3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L" sz="32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32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D95A826E-CC8B-AE4D-7FE5-550A0EC54E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584" y="2811153"/>
                <a:ext cx="511163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CE576CD3-8816-1468-899E-F516EBD4EE4D}"/>
              </a:ext>
            </a:extLst>
          </p:cNvPr>
          <p:cNvCxnSpPr>
            <a:cxnSpLocks/>
          </p:cNvCxnSpPr>
          <p:nvPr/>
        </p:nvCxnSpPr>
        <p:spPr>
          <a:xfrm>
            <a:off x="761251" y="3169464"/>
            <a:ext cx="400175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F9189166-F5C5-1AD3-F887-C9024F35B3E1}"/>
              </a:ext>
            </a:extLst>
          </p:cNvPr>
          <p:cNvCxnSpPr>
            <a:cxnSpLocks/>
          </p:cNvCxnSpPr>
          <p:nvPr/>
        </p:nvCxnSpPr>
        <p:spPr>
          <a:xfrm flipV="1">
            <a:off x="3333928" y="5832097"/>
            <a:ext cx="0" cy="31335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Oval 62">
            <a:extLst>
              <a:ext uri="{FF2B5EF4-FFF2-40B4-BE49-F238E27FC236}">
                <a16:creationId xmlns:a16="http://schemas.microsoft.com/office/drawing/2014/main" id="{513A2682-79E8-1EE9-853A-9BBC1BE7E366}"/>
              </a:ext>
            </a:extLst>
          </p:cNvPr>
          <p:cNvSpPr/>
          <p:nvPr/>
        </p:nvSpPr>
        <p:spPr>
          <a:xfrm>
            <a:off x="3154096" y="3052938"/>
            <a:ext cx="225600" cy="20525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7538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932E931-3C8C-8F70-C8D5-18DCEDF43C97}"/>
                  </a:ext>
                </a:extLst>
              </p:cNvPr>
              <p:cNvSpPr txBox="1"/>
              <p:nvPr/>
            </p:nvSpPr>
            <p:spPr>
              <a:xfrm>
                <a:off x="6233001" y="1594384"/>
                <a:ext cx="4608954" cy="8333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𝝈</m:t>
                          </m:r>
                        </m:e>
                        <m:sub>
                          <m:r>
                            <a:rPr lang="en-US" sz="2800" b="1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𝒙𝒚</m:t>
                          </m:r>
                        </m:sub>
                      </m:sSub>
                      <m:r>
                        <a:rPr lang="en-US" sz="2800" b="1" i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1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grow m:val="on"/>
                              <m:subHide m:val="on"/>
                              <m:supHide m:val="on"/>
                              <m:ctrlPr>
                                <a:rPr lang="en-US" sz="2800" b="1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d>
                                <m:dPr>
                                  <m:ctrlPr>
                                    <a:rPr lang="es-CL" sz="2800" b="1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s-CL" sz="2800" b="1" i="1" smtClean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CL" sz="2800" b="1" i="1" smtClean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s-CL" sz="2800" b="1" i="1" smtClean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  <m:r>
                                    <a:rPr lang="es-CL" sz="2800" b="1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sz="2800" b="1" i="1" dirty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800" b="1" i="1" dirty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</m:acc>
                                </m:e>
                              </m:d>
                              <m:d>
                                <m:dPr>
                                  <m:ctrlPr>
                                    <a:rPr lang="es-CL" sz="2800" b="1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s-CL" sz="2800" b="1" i="1" smtClean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CL" sz="2800" b="1" i="1" smtClean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  <m:sub>
                                      <m:r>
                                        <a:rPr lang="es-CL" sz="2800" b="1" i="1" smtClean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  <m:r>
                                    <a:rPr lang="es-CL" sz="2800" b="1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sz="2800" b="1" i="1" dirty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s-CL" sz="2800" b="1" i="1" dirty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sz="2800" b="1" i="1" dirty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</m:acc>
                                </m:e>
                              </m:d>
                              <m:r>
                                <a:rPr lang="es-CL" sz="2800" b="1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800" b="1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CL" sz="2800" b="1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e>
                                <m:sub>
                                  <m:r>
                                    <a:rPr lang="es-CL" sz="2800" b="1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nary>
                          <m:r>
                            <a:rPr lang="es-CL" sz="2800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 sz="2800" b="1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den>
                      </m:f>
                      <m:r>
                        <a:rPr lang="es-CL" sz="2800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800" b="1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932E931-3C8C-8F70-C8D5-18DCEDF43C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3001" y="1594384"/>
                <a:ext cx="4608954" cy="83337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E8D2774B-EF6B-795C-E7B5-DF4755C909D9}"/>
              </a:ext>
            </a:extLst>
          </p:cNvPr>
          <p:cNvGrpSpPr/>
          <p:nvPr/>
        </p:nvGrpSpPr>
        <p:grpSpPr>
          <a:xfrm>
            <a:off x="383723" y="1055219"/>
            <a:ext cx="5712277" cy="5482269"/>
            <a:chOff x="961901" y="386499"/>
            <a:chExt cx="6683237" cy="6294626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84D14AC6-AD0E-854B-396C-AD316D7A94E2}"/>
                </a:ext>
              </a:extLst>
            </p:cNvPr>
            <p:cNvSpPr/>
            <p:nvPr/>
          </p:nvSpPr>
          <p:spPr>
            <a:xfrm>
              <a:off x="2263992" y="3646611"/>
              <a:ext cx="263947" cy="23567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4A3A9A46-507D-FBEE-A772-C67304875C98}"/>
                </a:ext>
              </a:extLst>
            </p:cNvPr>
            <p:cNvGrpSpPr/>
            <p:nvPr/>
          </p:nvGrpSpPr>
          <p:grpSpPr>
            <a:xfrm>
              <a:off x="1403025" y="386499"/>
              <a:ext cx="6242113" cy="5876828"/>
              <a:chOff x="884551" y="575035"/>
              <a:chExt cx="6242113" cy="5876828"/>
            </a:xfrm>
          </p:grpSpPr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1D642DEC-9B6B-A484-DECA-C47645F9F53C}"/>
                  </a:ext>
                </a:extLst>
              </p:cNvPr>
              <p:cNvGrpSpPr/>
              <p:nvPr/>
            </p:nvGrpSpPr>
            <p:grpSpPr>
              <a:xfrm>
                <a:off x="884551" y="575035"/>
                <a:ext cx="6242113" cy="5876828"/>
                <a:chOff x="893978" y="-593889"/>
                <a:chExt cx="6242113" cy="5876828"/>
              </a:xfrm>
            </p:grpSpPr>
            <p:cxnSp>
              <p:nvCxnSpPr>
                <p:cNvPr id="33" name="Straight Connector 32">
                  <a:extLst>
                    <a:ext uri="{FF2B5EF4-FFF2-40B4-BE49-F238E27FC236}">
                      <a16:creationId xmlns:a16="http://schemas.microsoft.com/office/drawing/2014/main" id="{A55B34CC-59FC-E66B-1142-0A685E8C8AD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159498" y="5062194"/>
                  <a:ext cx="5976593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Straight Connector 33">
                  <a:extLst>
                    <a:ext uri="{FF2B5EF4-FFF2-40B4-BE49-F238E27FC236}">
                      <a16:creationId xmlns:a16="http://schemas.microsoft.com/office/drawing/2014/main" id="{0F078803-D860-1721-D6BE-35F36A7239B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159498" y="-593889"/>
                  <a:ext cx="36136" cy="5656083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Connector 34">
                  <a:extLst>
                    <a:ext uri="{FF2B5EF4-FFF2-40B4-BE49-F238E27FC236}">
                      <a16:creationId xmlns:a16="http://schemas.microsoft.com/office/drawing/2014/main" id="{124FB8EC-39CC-EBE1-EB12-371B9B8D54B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905788" y="4923149"/>
                  <a:ext cx="0" cy="35979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Straight Connector 35">
                  <a:extLst>
                    <a:ext uri="{FF2B5EF4-FFF2-40B4-BE49-F238E27FC236}">
                      <a16:creationId xmlns:a16="http://schemas.microsoft.com/office/drawing/2014/main" id="{1CA518CA-A2BD-9006-FE46-A6C375852BA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655220" y="4892525"/>
                  <a:ext cx="0" cy="35979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>
                  <a:extLst>
                    <a:ext uri="{FF2B5EF4-FFF2-40B4-BE49-F238E27FC236}">
                      <a16:creationId xmlns:a16="http://schemas.microsoft.com/office/drawing/2014/main" id="{C3BA4E0E-336D-36A6-79F2-BED81AFCB9D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704751" y="4867374"/>
                  <a:ext cx="0" cy="35979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>
                  <a:extLst>
                    <a:ext uri="{FF2B5EF4-FFF2-40B4-BE49-F238E27FC236}">
                      <a16:creationId xmlns:a16="http://schemas.microsoft.com/office/drawing/2014/main" id="{12104228-6355-722A-4F5A-D337F6A1E14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456572" y="4867374"/>
                  <a:ext cx="0" cy="35979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>
                  <a:extLst>
                    <a:ext uri="{FF2B5EF4-FFF2-40B4-BE49-F238E27FC236}">
                      <a16:creationId xmlns:a16="http://schemas.microsoft.com/office/drawing/2014/main" id="{57035453-359D-0F7E-3473-0AA2854F401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928661" y="4875243"/>
                  <a:ext cx="0" cy="35979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>
                  <a:extLst>
                    <a:ext uri="{FF2B5EF4-FFF2-40B4-BE49-F238E27FC236}">
                      <a16:creationId xmlns:a16="http://schemas.microsoft.com/office/drawing/2014/main" id="{D08C05FD-0502-D02C-7104-F2452A14544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178417" y="4867374"/>
                  <a:ext cx="0" cy="35979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8453ABEE-F494-070E-6687-78FD4C20FF5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401512" y="4882299"/>
                  <a:ext cx="0" cy="35979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>
                  <a:extLst>
                    <a:ext uri="{FF2B5EF4-FFF2-40B4-BE49-F238E27FC236}">
                      <a16:creationId xmlns:a16="http://schemas.microsoft.com/office/drawing/2014/main" id="{D2A07237-2BCC-9A18-15E6-05503CBF604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37969" y="4297840"/>
                  <a:ext cx="468196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EAF02ABE-CC5C-A02F-973F-5CF8CD65FA2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8325" y="3538984"/>
                  <a:ext cx="468196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A79432E7-0061-02D2-5502-8E90FD9504E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8325" y="2784058"/>
                  <a:ext cx="468196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A80F205B-7C91-0C19-3DEE-689F38B0E84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93978" y="2017740"/>
                  <a:ext cx="468196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Connector 45">
                  <a:extLst>
                    <a:ext uri="{FF2B5EF4-FFF2-40B4-BE49-F238E27FC236}">
                      <a16:creationId xmlns:a16="http://schemas.microsoft.com/office/drawing/2014/main" id="{2DD90BAE-E23B-F16A-DD36-B66CCF21312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5400" y="1275773"/>
                  <a:ext cx="468196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Straight Connector 46">
                  <a:extLst>
                    <a:ext uri="{FF2B5EF4-FFF2-40B4-BE49-F238E27FC236}">
                      <a16:creationId xmlns:a16="http://schemas.microsoft.com/office/drawing/2014/main" id="{A4B5B54E-FE5F-DD54-7C25-B1B645DEEEB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1042" y="527901"/>
                  <a:ext cx="468196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45EADDE8-6EEF-724D-DB9D-DF3F5F9BC72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4551" y="944073"/>
                <a:ext cx="468196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5C6A0B2-803D-55CE-900E-3FBFD4C84434}"/>
                </a:ext>
              </a:extLst>
            </p:cNvPr>
            <p:cNvSpPr txBox="1"/>
            <p:nvPr/>
          </p:nvSpPr>
          <p:spPr>
            <a:xfrm>
              <a:off x="2263992" y="6273481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2000" b="1" dirty="0"/>
                <a:t>1</a:t>
              </a:r>
              <a:endParaRPr lang="en-US" b="1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E8D3D1E-7ABB-BD20-07FC-A6C7ACCE3B02}"/>
                </a:ext>
              </a:extLst>
            </p:cNvPr>
            <p:cNvSpPr txBox="1"/>
            <p:nvPr/>
          </p:nvSpPr>
          <p:spPr>
            <a:xfrm>
              <a:off x="3010282" y="6263327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2000" b="1" dirty="0"/>
                <a:t>2</a:t>
              </a:r>
              <a:endParaRPr lang="en-US" b="1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3F03057-C5B0-F118-99E8-5EA5D4BE3614}"/>
                </a:ext>
              </a:extLst>
            </p:cNvPr>
            <p:cNvSpPr txBox="1"/>
            <p:nvPr/>
          </p:nvSpPr>
          <p:spPr>
            <a:xfrm>
              <a:off x="3754204" y="6280229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2000" b="1" dirty="0"/>
                <a:t>3</a:t>
              </a:r>
              <a:endParaRPr lang="en-US" b="1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DF46506-2CED-B279-CE9C-94E9ED15E530}"/>
                </a:ext>
              </a:extLst>
            </p:cNvPr>
            <p:cNvSpPr txBox="1"/>
            <p:nvPr/>
          </p:nvSpPr>
          <p:spPr>
            <a:xfrm>
              <a:off x="4530209" y="6281015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2000" b="1" dirty="0"/>
                <a:t>4</a:t>
              </a:r>
              <a:endParaRPr lang="en-US" b="1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2041D26-2A22-F596-1982-AA3C21D79A03}"/>
                </a:ext>
              </a:extLst>
            </p:cNvPr>
            <p:cNvSpPr txBox="1"/>
            <p:nvPr/>
          </p:nvSpPr>
          <p:spPr>
            <a:xfrm>
              <a:off x="5280453" y="6280229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2000" b="1" dirty="0"/>
                <a:t>5</a:t>
              </a:r>
              <a:endParaRPr lang="en-US" b="1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2FCC0E6-D3FA-64FA-B823-16A62DE710C9}"/>
                </a:ext>
              </a:extLst>
            </p:cNvPr>
            <p:cNvSpPr txBox="1"/>
            <p:nvPr/>
          </p:nvSpPr>
          <p:spPr>
            <a:xfrm>
              <a:off x="6080208" y="6280229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2000" b="1" dirty="0"/>
                <a:t>6</a:t>
              </a:r>
              <a:endParaRPr lang="en-US" b="1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9E0C3D8-8F4D-5674-9B51-5461579339B3}"/>
                </a:ext>
              </a:extLst>
            </p:cNvPr>
            <p:cNvSpPr txBox="1"/>
            <p:nvPr/>
          </p:nvSpPr>
          <p:spPr>
            <a:xfrm>
              <a:off x="6838339" y="6263327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2000" b="1" dirty="0"/>
                <a:t>7</a:t>
              </a:r>
              <a:endParaRPr lang="en-US" b="1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461141C-8DC6-4C44-478E-24B118A8B40C}"/>
                </a:ext>
              </a:extLst>
            </p:cNvPr>
            <p:cNvSpPr txBox="1"/>
            <p:nvPr/>
          </p:nvSpPr>
          <p:spPr>
            <a:xfrm>
              <a:off x="999746" y="4974153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2000" b="1" dirty="0"/>
                <a:t>1</a:t>
              </a:r>
              <a:endParaRPr lang="en-US" b="1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3BC8B42-A847-F8C0-3280-1D8199D53B88}"/>
                </a:ext>
              </a:extLst>
            </p:cNvPr>
            <p:cNvSpPr txBox="1"/>
            <p:nvPr/>
          </p:nvSpPr>
          <p:spPr>
            <a:xfrm>
              <a:off x="992276" y="4319317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2000" b="1" dirty="0"/>
                <a:t>2</a:t>
              </a:r>
              <a:endParaRPr lang="en-US" b="1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3612980-661C-086C-1EB5-7EEE42315FC0}"/>
                </a:ext>
              </a:extLst>
            </p:cNvPr>
            <p:cNvSpPr txBox="1"/>
            <p:nvPr/>
          </p:nvSpPr>
          <p:spPr>
            <a:xfrm>
              <a:off x="961901" y="3564391"/>
              <a:ext cx="34488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L" sz="2000" b="1" dirty="0"/>
                <a:t>3</a:t>
              </a:r>
              <a:endParaRPr lang="en-US" b="1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2C1CFA1-4B62-5EF6-96E6-EB2028FEDF0B}"/>
                </a:ext>
              </a:extLst>
            </p:cNvPr>
            <p:cNvSpPr txBox="1"/>
            <p:nvPr/>
          </p:nvSpPr>
          <p:spPr>
            <a:xfrm>
              <a:off x="967929" y="2798073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2000" b="1" dirty="0"/>
                <a:t>4</a:t>
              </a:r>
              <a:endParaRPr lang="en-US" b="1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FFFA823-8A3F-8224-5737-53C641E284A1}"/>
                </a:ext>
              </a:extLst>
            </p:cNvPr>
            <p:cNvSpPr txBox="1"/>
            <p:nvPr/>
          </p:nvSpPr>
          <p:spPr>
            <a:xfrm>
              <a:off x="992276" y="2056106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2000" b="1" dirty="0"/>
                <a:t>5</a:t>
              </a:r>
              <a:endParaRPr lang="en-US" b="1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BD55611-35AD-8CFC-C5F9-780DDDEF056E}"/>
                </a:ext>
              </a:extLst>
            </p:cNvPr>
            <p:cNvSpPr txBox="1"/>
            <p:nvPr/>
          </p:nvSpPr>
          <p:spPr>
            <a:xfrm>
              <a:off x="999746" y="1328578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2000" b="1" dirty="0"/>
                <a:t>6</a:t>
              </a:r>
              <a:endParaRPr lang="en-US" b="1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19AB078-2603-F3EB-34F9-987721DDB411}"/>
                </a:ext>
              </a:extLst>
            </p:cNvPr>
            <p:cNvSpPr txBox="1"/>
            <p:nvPr/>
          </p:nvSpPr>
          <p:spPr>
            <a:xfrm>
              <a:off x="1015901" y="521098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2000" b="1" dirty="0"/>
                <a:t>7</a:t>
              </a:r>
              <a:endParaRPr lang="en-US" b="1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E90407CA-9A09-EDDB-571F-AB88A969CAB6}"/>
                </a:ext>
              </a:extLst>
            </p:cNvPr>
            <p:cNvSpPr/>
            <p:nvPr/>
          </p:nvSpPr>
          <p:spPr>
            <a:xfrm>
              <a:off x="2992984" y="4401537"/>
              <a:ext cx="263947" cy="23567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48CA450C-7BDB-F87A-C96D-F00E11B0259C}"/>
                </a:ext>
              </a:extLst>
            </p:cNvPr>
            <p:cNvSpPr/>
            <p:nvPr/>
          </p:nvSpPr>
          <p:spPr>
            <a:xfrm>
              <a:off x="5437708" y="665918"/>
              <a:ext cx="263947" cy="23567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2B842D91-3F55-3658-C105-4B51925CD9C9}"/>
                </a:ext>
              </a:extLst>
            </p:cNvPr>
            <p:cNvSpPr/>
            <p:nvPr/>
          </p:nvSpPr>
          <p:spPr>
            <a:xfrm>
              <a:off x="3253900" y="3026800"/>
              <a:ext cx="263947" cy="2356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F0AA0361-573E-C3B6-DDC7-B8D22917834D}"/>
                </a:ext>
              </a:extLst>
            </p:cNvPr>
            <p:cNvSpPr/>
            <p:nvPr/>
          </p:nvSpPr>
          <p:spPr>
            <a:xfrm>
              <a:off x="4480079" y="2103241"/>
              <a:ext cx="263947" cy="23567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8" name="Oval 47">
            <a:extLst>
              <a:ext uri="{FF2B5EF4-FFF2-40B4-BE49-F238E27FC236}">
                <a16:creationId xmlns:a16="http://schemas.microsoft.com/office/drawing/2014/main" id="{21369C52-7CF5-89F0-D9F6-25B4C1F2A448}"/>
              </a:ext>
            </a:extLst>
          </p:cNvPr>
          <p:cNvSpPr/>
          <p:nvPr/>
        </p:nvSpPr>
        <p:spPr>
          <a:xfrm>
            <a:off x="3533989" y="3124547"/>
            <a:ext cx="225600" cy="20525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520680D0-15E6-2F8E-0FEB-65E33245C787}"/>
              </a:ext>
            </a:extLst>
          </p:cNvPr>
          <p:cNvSpPr/>
          <p:nvPr/>
        </p:nvSpPr>
        <p:spPr>
          <a:xfrm>
            <a:off x="4343680" y="2367982"/>
            <a:ext cx="225600" cy="20525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4D39B13F-F32C-613B-2424-D91E05B5DEB1}"/>
              </a:ext>
            </a:extLst>
          </p:cNvPr>
          <p:cNvSpPr/>
          <p:nvPr/>
        </p:nvSpPr>
        <p:spPr>
          <a:xfrm>
            <a:off x="3846963" y="1947326"/>
            <a:ext cx="225600" cy="20525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E8575717-E58E-9EFD-69D5-DF89B7390394}"/>
              </a:ext>
            </a:extLst>
          </p:cNvPr>
          <p:cNvSpPr/>
          <p:nvPr/>
        </p:nvSpPr>
        <p:spPr>
          <a:xfrm>
            <a:off x="2770352" y="3791967"/>
            <a:ext cx="225600" cy="20525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A47C0316-786B-EFF4-D1BB-B1C4257DB0DB}"/>
              </a:ext>
            </a:extLst>
          </p:cNvPr>
          <p:cNvSpPr/>
          <p:nvPr/>
        </p:nvSpPr>
        <p:spPr>
          <a:xfrm>
            <a:off x="1579911" y="4560311"/>
            <a:ext cx="225600" cy="205255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FC9FFE35-0412-5C40-AA03-9ED3D7CA31B0}"/>
              </a:ext>
            </a:extLst>
          </p:cNvPr>
          <p:cNvSpPr/>
          <p:nvPr/>
        </p:nvSpPr>
        <p:spPr>
          <a:xfrm>
            <a:off x="5180815" y="2509354"/>
            <a:ext cx="225600" cy="20525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C42DC911-392D-D471-7D80-448750E13B9E}"/>
              </a:ext>
            </a:extLst>
          </p:cNvPr>
          <p:cNvSpPr/>
          <p:nvPr/>
        </p:nvSpPr>
        <p:spPr>
          <a:xfrm>
            <a:off x="4970546" y="1599925"/>
            <a:ext cx="225600" cy="205255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5F94A0CD-2E15-A364-48CD-3574C14CDAF5}"/>
              </a:ext>
            </a:extLst>
          </p:cNvPr>
          <p:cNvSpPr/>
          <p:nvPr/>
        </p:nvSpPr>
        <p:spPr>
          <a:xfrm>
            <a:off x="1556070" y="5210281"/>
            <a:ext cx="225600" cy="20525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08590B46-F38D-B72C-D756-D7A5E67A1C9B}"/>
                  </a:ext>
                </a:extLst>
              </p:cNvPr>
              <p:cNvSpPr txBox="1"/>
              <p:nvPr/>
            </p:nvSpPr>
            <p:spPr>
              <a:xfrm>
                <a:off x="3058154" y="6123841"/>
                <a:ext cx="52081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08590B46-F38D-B72C-D756-D7A5E67A1C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8154" y="6123841"/>
                <a:ext cx="52081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D95A826E-CC8B-AE4D-7FE5-550A0EC54E6A}"/>
                  </a:ext>
                </a:extLst>
              </p:cNvPr>
              <p:cNvSpPr txBox="1"/>
              <p:nvPr/>
            </p:nvSpPr>
            <p:spPr>
              <a:xfrm>
                <a:off x="140584" y="2811153"/>
                <a:ext cx="511163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sz="3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L" sz="32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32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D95A826E-CC8B-AE4D-7FE5-550A0EC54E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584" y="2811153"/>
                <a:ext cx="511163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CE576CD3-8816-1468-899E-F516EBD4EE4D}"/>
              </a:ext>
            </a:extLst>
          </p:cNvPr>
          <p:cNvCxnSpPr>
            <a:cxnSpLocks/>
          </p:cNvCxnSpPr>
          <p:nvPr/>
        </p:nvCxnSpPr>
        <p:spPr>
          <a:xfrm>
            <a:off x="761251" y="3169464"/>
            <a:ext cx="400175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F9189166-F5C5-1AD3-F887-C9024F35B3E1}"/>
              </a:ext>
            </a:extLst>
          </p:cNvPr>
          <p:cNvCxnSpPr>
            <a:cxnSpLocks/>
          </p:cNvCxnSpPr>
          <p:nvPr/>
        </p:nvCxnSpPr>
        <p:spPr>
          <a:xfrm flipV="1">
            <a:off x="3333928" y="5832097"/>
            <a:ext cx="0" cy="31335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Oval 62">
            <a:extLst>
              <a:ext uri="{FF2B5EF4-FFF2-40B4-BE49-F238E27FC236}">
                <a16:creationId xmlns:a16="http://schemas.microsoft.com/office/drawing/2014/main" id="{513A2682-79E8-1EE9-853A-9BBC1BE7E366}"/>
              </a:ext>
            </a:extLst>
          </p:cNvPr>
          <p:cNvSpPr/>
          <p:nvPr/>
        </p:nvSpPr>
        <p:spPr>
          <a:xfrm>
            <a:off x="3154096" y="3052938"/>
            <a:ext cx="225600" cy="20525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41572DAB-8FE5-C154-A3A1-0D6358A8DB2F}"/>
                  </a:ext>
                </a:extLst>
              </p:cNvPr>
              <p:cNvSpPr txBox="1"/>
              <p:nvPr/>
            </p:nvSpPr>
            <p:spPr>
              <a:xfrm>
                <a:off x="6086404" y="3661487"/>
                <a:ext cx="4608954" cy="8333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𝝈</m:t>
                          </m:r>
                        </m:e>
                        <m:sub>
                          <m:r>
                            <a:rPr lang="en-US" sz="2800" b="1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𝒙𝒚</m:t>
                          </m:r>
                        </m:sub>
                      </m:sSub>
                      <m:r>
                        <a:rPr lang="en-US" sz="2800" b="1" i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1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grow m:val="on"/>
                              <m:subHide m:val="on"/>
                              <m:supHide m:val="on"/>
                              <m:ctrlPr>
                                <a:rPr lang="en-US" sz="2800" b="1" i="1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d>
                                <m:dPr>
                                  <m:ctrlPr>
                                    <a:rPr lang="es-CL" sz="2800" b="1" i="1" smtClean="0">
                                      <a:solidFill>
                                        <a:schemeClr val="accent4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s-CL" sz="2800" b="1" i="1" smtClean="0">
                                          <a:solidFill>
                                            <a:schemeClr val="accent4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CL" sz="2800" b="1" i="1" smtClean="0">
                                          <a:solidFill>
                                            <a:schemeClr val="accent4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s-CL" sz="2800" b="1" i="1" smtClean="0">
                                          <a:solidFill>
                                            <a:schemeClr val="accent4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  <m:r>
                                    <a:rPr lang="es-CL" sz="2800" b="1" i="1" smtClean="0">
                                      <a:solidFill>
                                        <a:schemeClr val="accent4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sz="2800" b="1" i="1" dirty="0">
                                          <a:solidFill>
                                            <a:schemeClr val="accent4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800" b="1" i="1" dirty="0">
                                          <a:solidFill>
                                            <a:schemeClr val="accent4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</m:acc>
                                </m:e>
                              </m:d>
                              <m:d>
                                <m:dPr>
                                  <m:ctrlPr>
                                    <a:rPr lang="es-CL" sz="2800" b="1" i="1" smtClean="0">
                                      <a:solidFill>
                                        <a:schemeClr val="accent4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s-CL" sz="2800" b="1" i="1" smtClean="0">
                                          <a:solidFill>
                                            <a:schemeClr val="accent4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CL" sz="2800" b="1" i="1" smtClean="0">
                                          <a:solidFill>
                                            <a:schemeClr val="accent4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  <m:sub>
                                      <m:r>
                                        <a:rPr lang="es-CL" sz="2800" b="1" i="1" smtClean="0">
                                          <a:solidFill>
                                            <a:schemeClr val="accent4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  <m:r>
                                    <a:rPr lang="es-CL" sz="2800" b="1" i="1" smtClean="0">
                                      <a:solidFill>
                                        <a:schemeClr val="accent4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sz="2800" b="1" i="1" dirty="0">
                                          <a:solidFill>
                                            <a:schemeClr val="accent4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s-CL" sz="2800" b="1" i="1" dirty="0">
                                          <a:solidFill>
                                            <a:schemeClr val="accent4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sz="2800" b="1" i="1" dirty="0">
                                          <a:solidFill>
                                            <a:schemeClr val="accent4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</m:acc>
                                </m:e>
                              </m:d>
                              <m:r>
                                <a:rPr lang="es-CL" sz="2800" b="1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800" b="1" i="1" smtClean="0">
                                      <a:solidFill>
                                        <a:schemeClr val="accent4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CL" sz="2800" b="1" i="1">
                                      <a:solidFill>
                                        <a:schemeClr val="accent4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e>
                                <m:sub>
                                  <m:r>
                                    <a:rPr lang="es-CL" sz="2800" b="1" i="1" smtClean="0">
                                      <a:solidFill>
                                        <a:schemeClr val="accent4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nary>
                          <m:r>
                            <a:rPr lang="es-CL" sz="28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 sz="2800" b="1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den>
                      </m:f>
                      <m:r>
                        <a:rPr lang="es-CL" sz="2800" b="1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800" b="1" dirty="0">
                  <a:solidFill>
                    <a:schemeClr val="accent4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41572DAB-8FE5-C154-A3A1-0D6358A8DB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6404" y="3661487"/>
                <a:ext cx="4608954" cy="83337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9644F81-EAEF-CEEE-F6F9-7CF1D44075C9}"/>
              </a:ext>
            </a:extLst>
          </p:cNvPr>
          <p:cNvCxnSpPr/>
          <p:nvPr/>
        </p:nvCxnSpPr>
        <p:spPr>
          <a:xfrm>
            <a:off x="3390770" y="3155565"/>
            <a:ext cx="1913919" cy="0"/>
          </a:xfrm>
          <a:prstGeom prst="straightConnector1">
            <a:avLst/>
          </a:prstGeom>
          <a:ln w="571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FC9EA34E-18F2-B11E-7AA7-8236E862A41C}"/>
              </a:ext>
            </a:extLst>
          </p:cNvPr>
          <p:cNvCxnSpPr>
            <a:cxnSpLocks/>
          </p:cNvCxnSpPr>
          <p:nvPr/>
        </p:nvCxnSpPr>
        <p:spPr>
          <a:xfrm flipH="1" flipV="1">
            <a:off x="3235428" y="1550431"/>
            <a:ext cx="25550" cy="1502507"/>
          </a:xfrm>
          <a:prstGeom prst="straightConnector1">
            <a:avLst/>
          </a:prstGeom>
          <a:ln w="571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3721F857-5C05-DBE3-1E7C-485E5EA93FFB}"/>
              </a:ext>
            </a:extLst>
          </p:cNvPr>
          <p:cNvCxnSpPr>
            <a:cxnSpLocks/>
          </p:cNvCxnSpPr>
          <p:nvPr/>
        </p:nvCxnSpPr>
        <p:spPr>
          <a:xfrm>
            <a:off x="3287742" y="3258193"/>
            <a:ext cx="0" cy="1507373"/>
          </a:xfrm>
          <a:prstGeom prst="straightConnector1">
            <a:avLst/>
          </a:prstGeom>
          <a:ln w="571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ABCA1C76-4276-E040-2145-B38ECEAF30E9}"/>
              </a:ext>
            </a:extLst>
          </p:cNvPr>
          <p:cNvCxnSpPr>
            <a:cxnSpLocks/>
          </p:cNvCxnSpPr>
          <p:nvPr/>
        </p:nvCxnSpPr>
        <p:spPr>
          <a:xfrm flipH="1" flipV="1">
            <a:off x="1608996" y="3160670"/>
            <a:ext cx="1566893" cy="6440"/>
          </a:xfrm>
          <a:prstGeom prst="straightConnector1">
            <a:avLst/>
          </a:prstGeom>
          <a:ln w="571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41510103-D46C-98CA-270C-6AFE0D1220D2}"/>
              </a:ext>
            </a:extLst>
          </p:cNvPr>
          <p:cNvSpPr txBox="1"/>
          <p:nvPr/>
        </p:nvSpPr>
        <p:spPr>
          <a:xfrm>
            <a:off x="7768417" y="1023388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800" b="1" dirty="0"/>
              <a:t>+</a:t>
            </a:r>
            <a:endParaRPr lang="en-US" b="1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0DBA0BF-C53E-5AE2-9825-C55B43131E5F}"/>
              </a:ext>
            </a:extLst>
          </p:cNvPr>
          <p:cNvSpPr txBox="1"/>
          <p:nvPr/>
        </p:nvSpPr>
        <p:spPr>
          <a:xfrm>
            <a:off x="9306513" y="1015310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800" b="1" dirty="0"/>
              <a:t>+</a:t>
            </a:r>
            <a:endParaRPr lang="en-US" b="1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AC41EC4-5F2D-8650-94FC-492AF8BA1FC8}"/>
              </a:ext>
            </a:extLst>
          </p:cNvPr>
          <p:cNvSpPr txBox="1"/>
          <p:nvPr/>
        </p:nvSpPr>
        <p:spPr>
          <a:xfrm>
            <a:off x="7761413" y="3036809"/>
            <a:ext cx="2952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800" b="1" dirty="0"/>
              <a:t>-</a:t>
            </a:r>
            <a:endParaRPr lang="en-US" b="1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295F690-43C1-68DF-83EB-0E5C5EF0D8CF}"/>
              </a:ext>
            </a:extLst>
          </p:cNvPr>
          <p:cNvSpPr txBox="1"/>
          <p:nvPr/>
        </p:nvSpPr>
        <p:spPr>
          <a:xfrm>
            <a:off x="9158876" y="3025025"/>
            <a:ext cx="2952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800" b="1" dirty="0"/>
              <a:t>-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D806B4A3-7C17-669F-8FE5-2F07939F8614}"/>
                  </a:ext>
                </a:extLst>
              </p:cNvPr>
              <p:cNvSpPr txBox="1"/>
              <p:nvPr/>
            </p:nvSpPr>
            <p:spPr>
              <a:xfrm>
                <a:off x="10660389" y="1503832"/>
                <a:ext cx="108781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r>
                        <a:rPr lang="es-CL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D806B4A3-7C17-669F-8FE5-2F07939F86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0389" y="1503832"/>
                <a:ext cx="1087815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337C230A-A9F7-9294-C71A-835217B1F791}"/>
                  </a:ext>
                </a:extLst>
              </p:cNvPr>
              <p:cNvSpPr txBox="1"/>
              <p:nvPr/>
            </p:nvSpPr>
            <p:spPr>
              <a:xfrm>
                <a:off x="10720462" y="3648240"/>
                <a:ext cx="108781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r>
                        <a:rPr lang="es-CL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337C230A-A9F7-9294-C71A-835217B1F7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20462" y="3648240"/>
                <a:ext cx="1087815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76317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8D2774B-EF6B-795C-E7B5-DF4755C909D9}"/>
              </a:ext>
            </a:extLst>
          </p:cNvPr>
          <p:cNvGrpSpPr/>
          <p:nvPr/>
        </p:nvGrpSpPr>
        <p:grpSpPr>
          <a:xfrm>
            <a:off x="383723" y="1055219"/>
            <a:ext cx="5712277" cy="5482269"/>
            <a:chOff x="961901" y="386499"/>
            <a:chExt cx="6683237" cy="6294626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84D14AC6-AD0E-854B-396C-AD316D7A94E2}"/>
                </a:ext>
              </a:extLst>
            </p:cNvPr>
            <p:cNvSpPr/>
            <p:nvPr/>
          </p:nvSpPr>
          <p:spPr>
            <a:xfrm>
              <a:off x="6213798" y="2774680"/>
              <a:ext cx="263947" cy="2356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4A3A9A46-507D-FBEE-A772-C67304875C98}"/>
                </a:ext>
              </a:extLst>
            </p:cNvPr>
            <p:cNvGrpSpPr/>
            <p:nvPr/>
          </p:nvGrpSpPr>
          <p:grpSpPr>
            <a:xfrm>
              <a:off x="1403025" y="386499"/>
              <a:ext cx="6242113" cy="5876828"/>
              <a:chOff x="884551" y="575035"/>
              <a:chExt cx="6242113" cy="5876828"/>
            </a:xfrm>
          </p:grpSpPr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1D642DEC-9B6B-A484-DECA-C47645F9F53C}"/>
                  </a:ext>
                </a:extLst>
              </p:cNvPr>
              <p:cNvGrpSpPr/>
              <p:nvPr/>
            </p:nvGrpSpPr>
            <p:grpSpPr>
              <a:xfrm>
                <a:off x="884551" y="575035"/>
                <a:ext cx="6242113" cy="5876828"/>
                <a:chOff x="893978" y="-593889"/>
                <a:chExt cx="6242113" cy="5876828"/>
              </a:xfrm>
            </p:grpSpPr>
            <p:cxnSp>
              <p:nvCxnSpPr>
                <p:cNvPr id="33" name="Straight Connector 32">
                  <a:extLst>
                    <a:ext uri="{FF2B5EF4-FFF2-40B4-BE49-F238E27FC236}">
                      <a16:creationId xmlns:a16="http://schemas.microsoft.com/office/drawing/2014/main" id="{A55B34CC-59FC-E66B-1142-0A685E8C8AD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159498" y="5062194"/>
                  <a:ext cx="5976593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Straight Connector 33">
                  <a:extLst>
                    <a:ext uri="{FF2B5EF4-FFF2-40B4-BE49-F238E27FC236}">
                      <a16:creationId xmlns:a16="http://schemas.microsoft.com/office/drawing/2014/main" id="{0F078803-D860-1721-D6BE-35F36A7239B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159498" y="-593889"/>
                  <a:ext cx="36136" cy="5656083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Connector 34">
                  <a:extLst>
                    <a:ext uri="{FF2B5EF4-FFF2-40B4-BE49-F238E27FC236}">
                      <a16:creationId xmlns:a16="http://schemas.microsoft.com/office/drawing/2014/main" id="{124FB8EC-39CC-EBE1-EB12-371B9B8D54B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905788" y="4923149"/>
                  <a:ext cx="0" cy="35979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Straight Connector 35">
                  <a:extLst>
                    <a:ext uri="{FF2B5EF4-FFF2-40B4-BE49-F238E27FC236}">
                      <a16:creationId xmlns:a16="http://schemas.microsoft.com/office/drawing/2014/main" id="{1CA518CA-A2BD-9006-FE46-A6C375852BA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655220" y="4892525"/>
                  <a:ext cx="0" cy="35979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>
                  <a:extLst>
                    <a:ext uri="{FF2B5EF4-FFF2-40B4-BE49-F238E27FC236}">
                      <a16:creationId xmlns:a16="http://schemas.microsoft.com/office/drawing/2014/main" id="{C3BA4E0E-336D-36A6-79F2-BED81AFCB9D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704751" y="4867374"/>
                  <a:ext cx="0" cy="35979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>
                  <a:extLst>
                    <a:ext uri="{FF2B5EF4-FFF2-40B4-BE49-F238E27FC236}">
                      <a16:creationId xmlns:a16="http://schemas.microsoft.com/office/drawing/2014/main" id="{12104228-6355-722A-4F5A-D337F6A1E14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456572" y="4867374"/>
                  <a:ext cx="0" cy="35979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>
                  <a:extLst>
                    <a:ext uri="{FF2B5EF4-FFF2-40B4-BE49-F238E27FC236}">
                      <a16:creationId xmlns:a16="http://schemas.microsoft.com/office/drawing/2014/main" id="{57035453-359D-0F7E-3473-0AA2854F401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928661" y="4875243"/>
                  <a:ext cx="0" cy="35979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>
                  <a:extLst>
                    <a:ext uri="{FF2B5EF4-FFF2-40B4-BE49-F238E27FC236}">
                      <a16:creationId xmlns:a16="http://schemas.microsoft.com/office/drawing/2014/main" id="{D08C05FD-0502-D02C-7104-F2452A14544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178417" y="4867374"/>
                  <a:ext cx="0" cy="35979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8453ABEE-F494-070E-6687-78FD4C20FF5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401512" y="4882299"/>
                  <a:ext cx="0" cy="35979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>
                  <a:extLst>
                    <a:ext uri="{FF2B5EF4-FFF2-40B4-BE49-F238E27FC236}">
                      <a16:creationId xmlns:a16="http://schemas.microsoft.com/office/drawing/2014/main" id="{D2A07237-2BCC-9A18-15E6-05503CBF604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37969" y="4297840"/>
                  <a:ext cx="468196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EAF02ABE-CC5C-A02F-973F-5CF8CD65FA2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8325" y="3538984"/>
                  <a:ext cx="468196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A79432E7-0061-02D2-5502-8E90FD9504E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8325" y="2784058"/>
                  <a:ext cx="468196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A80F205B-7C91-0C19-3DEE-689F38B0E84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93978" y="2017740"/>
                  <a:ext cx="468196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Connector 45">
                  <a:extLst>
                    <a:ext uri="{FF2B5EF4-FFF2-40B4-BE49-F238E27FC236}">
                      <a16:creationId xmlns:a16="http://schemas.microsoft.com/office/drawing/2014/main" id="{2DD90BAE-E23B-F16A-DD36-B66CCF21312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5400" y="1275773"/>
                  <a:ext cx="468196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Straight Connector 46">
                  <a:extLst>
                    <a:ext uri="{FF2B5EF4-FFF2-40B4-BE49-F238E27FC236}">
                      <a16:creationId xmlns:a16="http://schemas.microsoft.com/office/drawing/2014/main" id="{A4B5B54E-FE5F-DD54-7C25-B1B645DEEEB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1042" y="527901"/>
                  <a:ext cx="468196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45EADDE8-6EEF-724D-DB9D-DF3F5F9BC72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4551" y="944073"/>
                <a:ext cx="468196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5C6A0B2-803D-55CE-900E-3FBFD4C84434}"/>
                </a:ext>
              </a:extLst>
            </p:cNvPr>
            <p:cNvSpPr txBox="1"/>
            <p:nvPr/>
          </p:nvSpPr>
          <p:spPr>
            <a:xfrm>
              <a:off x="2263992" y="6273481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2000" b="1" dirty="0"/>
                <a:t>1</a:t>
              </a:r>
              <a:endParaRPr lang="en-US" b="1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E8D3D1E-7ABB-BD20-07FC-A6C7ACCE3B02}"/>
                </a:ext>
              </a:extLst>
            </p:cNvPr>
            <p:cNvSpPr txBox="1"/>
            <p:nvPr/>
          </p:nvSpPr>
          <p:spPr>
            <a:xfrm>
              <a:off x="3010282" y="6263327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2000" b="1" dirty="0"/>
                <a:t>2</a:t>
              </a:r>
              <a:endParaRPr lang="en-US" b="1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3F03057-C5B0-F118-99E8-5EA5D4BE3614}"/>
                </a:ext>
              </a:extLst>
            </p:cNvPr>
            <p:cNvSpPr txBox="1"/>
            <p:nvPr/>
          </p:nvSpPr>
          <p:spPr>
            <a:xfrm>
              <a:off x="3754204" y="6280229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2000" b="1" dirty="0"/>
                <a:t>3</a:t>
              </a:r>
              <a:endParaRPr lang="en-US" b="1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DF46506-2CED-B279-CE9C-94E9ED15E530}"/>
                </a:ext>
              </a:extLst>
            </p:cNvPr>
            <p:cNvSpPr txBox="1"/>
            <p:nvPr/>
          </p:nvSpPr>
          <p:spPr>
            <a:xfrm>
              <a:off x="4530209" y="6281015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2000" b="1" dirty="0"/>
                <a:t>4</a:t>
              </a:r>
              <a:endParaRPr lang="en-US" b="1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2041D26-2A22-F596-1982-AA3C21D79A03}"/>
                </a:ext>
              </a:extLst>
            </p:cNvPr>
            <p:cNvSpPr txBox="1"/>
            <p:nvPr/>
          </p:nvSpPr>
          <p:spPr>
            <a:xfrm>
              <a:off x="5280453" y="6280229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2000" b="1" dirty="0"/>
                <a:t>5</a:t>
              </a:r>
              <a:endParaRPr lang="en-US" b="1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2FCC0E6-D3FA-64FA-B823-16A62DE710C9}"/>
                </a:ext>
              </a:extLst>
            </p:cNvPr>
            <p:cNvSpPr txBox="1"/>
            <p:nvPr/>
          </p:nvSpPr>
          <p:spPr>
            <a:xfrm>
              <a:off x="6080208" y="6280229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2000" b="1" dirty="0"/>
                <a:t>6</a:t>
              </a:r>
              <a:endParaRPr lang="en-US" b="1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9E0C3D8-8F4D-5674-9B51-5461579339B3}"/>
                </a:ext>
              </a:extLst>
            </p:cNvPr>
            <p:cNvSpPr txBox="1"/>
            <p:nvPr/>
          </p:nvSpPr>
          <p:spPr>
            <a:xfrm>
              <a:off x="6838339" y="6263327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2000" b="1" dirty="0"/>
                <a:t>7</a:t>
              </a:r>
              <a:endParaRPr lang="en-US" b="1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461141C-8DC6-4C44-478E-24B118A8B40C}"/>
                </a:ext>
              </a:extLst>
            </p:cNvPr>
            <p:cNvSpPr txBox="1"/>
            <p:nvPr/>
          </p:nvSpPr>
          <p:spPr>
            <a:xfrm>
              <a:off x="999746" y="4974153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2000" b="1" dirty="0"/>
                <a:t>1</a:t>
              </a:r>
              <a:endParaRPr lang="en-US" b="1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3BC8B42-A847-F8C0-3280-1D8199D53B88}"/>
                </a:ext>
              </a:extLst>
            </p:cNvPr>
            <p:cNvSpPr txBox="1"/>
            <p:nvPr/>
          </p:nvSpPr>
          <p:spPr>
            <a:xfrm>
              <a:off x="992276" y="4319317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2000" b="1" dirty="0"/>
                <a:t>2</a:t>
              </a:r>
              <a:endParaRPr lang="en-US" b="1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3612980-661C-086C-1EB5-7EEE42315FC0}"/>
                </a:ext>
              </a:extLst>
            </p:cNvPr>
            <p:cNvSpPr txBox="1"/>
            <p:nvPr/>
          </p:nvSpPr>
          <p:spPr>
            <a:xfrm>
              <a:off x="961901" y="3564391"/>
              <a:ext cx="34488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L" sz="2000" b="1" dirty="0"/>
                <a:t>3</a:t>
              </a:r>
              <a:endParaRPr lang="en-US" b="1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2C1CFA1-4B62-5EF6-96E6-EB2028FEDF0B}"/>
                </a:ext>
              </a:extLst>
            </p:cNvPr>
            <p:cNvSpPr txBox="1"/>
            <p:nvPr/>
          </p:nvSpPr>
          <p:spPr>
            <a:xfrm>
              <a:off x="967929" y="2798073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2000" b="1" dirty="0"/>
                <a:t>4</a:t>
              </a:r>
              <a:endParaRPr lang="en-US" b="1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FFFA823-8A3F-8224-5737-53C641E284A1}"/>
                </a:ext>
              </a:extLst>
            </p:cNvPr>
            <p:cNvSpPr txBox="1"/>
            <p:nvPr/>
          </p:nvSpPr>
          <p:spPr>
            <a:xfrm>
              <a:off x="992276" y="2056106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2000" b="1" dirty="0"/>
                <a:t>5</a:t>
              </a:r>
              <a:endParaRPr lang="en-US" b="1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BD55611-35AD-8CFC-C5F9-780DDDEF056E}"/>
                </a:ext>
              </a:extLst>
            </p:cNvPr>
            <p:cNvSpPr txBox="1"/>
            <p:nvPr/>
          </p:nvSpPr>
          <p:spPr>
            <a:xfrm>
              <a:off x="999746" y="1328578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2000" b="1" dirty="0"/>
                <a:t>6</a:t>
              </a:r>
              <a:endParaRPr lang="en-US" b="1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19AB078-2603-F3EB-34F9-987721DDB411}"/>
                </a:ext>
              </a:extLst>
            </p:cNvPr>
            <p:cNvSpPr txBox="1"/>
            <p:nvPr/>
          </p:nvSpPr>
          <p:spPr>
            <a:xfrm>
              <a:off x="1015901" y="521098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2000" b="1" dirty="0"/>
                <a:t>7</a:t>
              </a:r>
              <a:endParaRPr lang="en-US" b="1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E90407CA-9A09-EDDB-571F-AB88A969CAB6}"/>
                </a:ext>
              </a:extLst>
            </p:cNvPr>
            <p:cNvSpPr/>
            <p:nvPr/>
          </p:nvSpPr>
          <p:spPr>
            <a:xfrm>
              <a:off x="6268961" y="3605256"/>
              <a:ext cx="263947" cy="2356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48CA450C-7BDB-F87A-C96D-F00E11B0259C}"/>
                </a:ext>
              </a:extLst>
            </p:cNvPr>
            <p:cNvSpPr/>
            <p:nvPr/>
          </p:nvSpPr>
          <p:spPr>
            <a:xfrm>
              <a:off x="3436842" y="1410798"/>
              <a:ext cx="263947" cy="2356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2B842D91-3F55-3658-C105-4B51925CD9C9}"/>
                </a:ext>
              </a:extLst>
            </p:cNvPr>
            <p:cNvSpPr/>
            <p:nvPr/>
          </p:nvSpPr>
          <p:spPr>
            <a:xfrm>
              <a:off x="4631499" y="3446556"/>
              <a:ext cx="263947" cy="2356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F0AA0361-573E-C3B6-DDC7-B8D22917834D}"/>
                </a:ext>
              </a:extLst>
            </p:cNvPr>
            <p:cNvSpPr/>
            <p:nvPr/>
          </p:nvSpPr>
          <p:spPr>
            <a:xfrm>
              <a:off x="4144090" y="1702601"/>
              <a:ext cx="263947" cy="2356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8" name="Oval 47">
            <a:extLst>
              <a:ext uri="{FF2B5EF4-FFF2-40B4-BE49-F238E27FC236}">
                <a16:creationId xmlns:a16="http://schemas.microsoft.com/office/drawing/2014/main" id="{21369C52-7CF5-89F0-D9F6-25B4C1F2A448}"/>
              </a:ext>
            </a:extLst>
          </p:cNvPr>
          <p:cNvSpPr/>
          <p:nvPr/>
        </p:nvSpPr>
        <p:spPr>
          <a:xfrm>
            <a:off x="2416517" y="3143241"/>
            <a:ext cx="225600" cy="20525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520680D0-15E6-2F8E-0FEB-65E33245C787}"/>
              </a:ext>
            </a:extLst>
          </p:cNvPr>
          <p:cNvSpPr/>
          <p:nvPr/>
        </p:nvSpPr>
        <p:spPr>
          <a:xfrm>
            <a:off x="2303717" y="2502505"/>
            <a:ext cx="225600" cy="20525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4D39B13F-F32C-613B-2424-D91E05B5DEB1}"/>
              </a:ext>
            </a:extLst>
          </p:cNvPr>
          <p:cNvSpPr/>
          <p:nvPr/>
        </p:nvSpPr>
        <p:spPr>
          <a:xfrm>
            <a:off x="1330470" y="2146312"/>
            <a:ext cx="225600" cy="20525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E8575717-E58E-9EFD-69D5-DF89B7390394}"/>
              </a:ext>
            </a:extLst>
          </p:cNvPr>
          <p:cNvSpPr/>
          <p:nvPr/>
        </p:nvSpPr>
        <p:spPr>
          <a:xfrm>
            <a:off x="4343680" y="4224562"/>
            <a:ext cx="225600" cy="20525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A47C0316-786B-EFF4-D1BB-B1C4257DB0DB}"/>
              </a:ext>
            </a:extLst>
          </p:cNvPr>
          <p:cNvSpPr/>
          <p:nvPr/>
        </p:nvSpPr>
        <p:spPr>
          <a:xfrm>
            <a:off x="5032558" y="4481678"/>
            <a:ext cx="225600" cy="20525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FC9FFE35-0412-5C40-AA03-9ED3D7CA31B0}"/>
              </a:ext>
            </a:extLst>
          </p:cNvPr>
          <p:cNvSpPr/>
          <p:nvPr/>
        </p:nvSpPr>
        <p:spPr>
          <a:xfrm>
            <a:off x="1383842" y="1503832"/>
            <a:ext cx="225600" cy="20525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C42DC911-392D-D471-7D80-448750E13B9E}"/>
              </a:ext>
            </a:extLst>
          </p:cNvPr>
          <p:cNvSpPr/>
          <p:nvPr/>
        </p:nvSpPr>
        <p:spPr>
          <a:xfrm>
            <a:off x="2005572" y="1528331"/>
            <a:ext cx="225600" cy="20525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5F94A0CD-2E15-A364-48CD-3574C14CDAF5}"/>
              </a:ext>
            </a:extLst>
          </p:cNvPr>
          <p:cNvSpPr/>
          <p:nvPr/>
        </p:nvSpPr>
        <p:spPr>
          <a:xfrm>
            <a:off x="5515203" y="5225047"/>
            <a:ext cx="225600" cy="20525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08590B46-F38D-B72C-D756-D7A5E67A1C9B}"/>
                  </a:ext>
                </a:extLst>
              </p:cNvPr>
              <p:cNvSpPr txBox="1"/>
              <p:nvPr/>
            </p:nvSpPr>
            <p:spPr>
              <a:xfrm>
                <a:off x="3058154" y="6123841"/>
                <a:ext cx="52081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08590B46-F38D-B72C-D756-D7A5E67A1C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8154" y="6123841"/>
                <a:ext cx="520810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D95A826E-CC8B-AE4D-7FE5-550A0EC54E6A}"/>
                  </a:ext>
                </a:extLst>
              </p:cNvPr>
              <p:cNvSpPr txBox="1"/>
              <p:nvPr/>
            </p:nvSpPr>
            <p:spPr>
              <a:xfrm>
                <a:off x="140584" y="2811153"/>
                <a:ext cx="511163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sz="3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L" sz="32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32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D95A826E-CC8B-AE4D-7FE5-550A0EC54E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584" y="2811153"/>
                <a:ext cx="511163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CE576CD3-8816-1468-899E-F516EBD4EE4D}"/>
              </a:ext>
            </a:extLst>
          </p:cNvPr>
          <p:cNvCxnSpPr>
            <a:cxnSpLocks/>
          </p:cNvCxnSpPr>
          <p:nvPr/>
        </p:nvCxnSpPr>
        <p:spPr>
          <a:xfrm>
            <a:off x="761251" y="3169464"/>
            <a:ext cx="400175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F9189166-F5C5-1AD3-F887-C9024F35B3E1}"/>
              </a:ext>
            </a:extLst>
          </p:cNvPr>
          <p:cNvCxnSpPr>
            <a:cxnSpLocks/>
          </p:cNvCxnSpPr>
          <p:nvPr/>
        </p:nvCxnSpPr>
        <p:spPr>
          <a:xfrm flipV="1">
            <a:off x="3333928" y="5832097"/>
            <a:ext cx="0" cy="31335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Oval 62">
            <a:extLst>
              <a:ext uri="{FF2B5EF4-FFF2-40B4-BE49-F238E27FC236}">
                <a16:creationId xmlns:a16="http://schemas.microsoft.com/office/drawing/2014/main" id="{513A2682-79E8-1EE9-853A-9BBC1BE7E366}"/>
              </a:ext>
            </a:extLst>
          </p:cNvPr>
          <p:cNvSpPr/>
          <p:nvPr/>
        </p:nvSpPr>
        <p:spPr>
          <a:xfrm>
            <a:off x="3154096" y="3052938"/>
            <a:ext cx="225600" cy="20525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A020173A-2EBB-44EE-5C60-22F5DF2396F9}"/>
              </a:ext>
            </a:extLst>
          </p:cNvPr>
          <p:cNvSpPr/>
          <p:nvPr/>
        </p:nvSpPr>
        <p:spPr>
          <a:xfrm>
            <a:off x="3849263" y="3037429"/>
            <a:ext cx="225600" cy="20525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EC456649-8A7E-4E4E-35F7-844B999BC252}"/>
              </a:ext>
            </a:extLst>
          </p:cNvPr>
          <p:cNvSpPr/>
          <p:nvPr/>
        </p:nvSpPr>
        <p:spPr>
          <a:xfrm>
            <a:off x="1622890" y="3072434"/>
            <a:ext cx="225600" cy="20525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E9920A82-0B0C-746C-1A12-C22B42C63F70}"/>
              </a:ext>
            </a:extLst>
          </p:cNvPr>
          <p:cNvSpPr/>
          <p:nvPr/>
        </p:nvSpPr>
        <p:spPr>
          <a:xfrm>
            <a:off x="5628003" y="4481678"/>
            <a:ext cx="225600" cy="20525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AE23606C-D9D3-9448-F3C7-27CA081FF86D}"/>
                  </a:ext>
                </a:extLst>
              </p:cNvPr>
              <p:cNvSpPr txBox="1"/>
              <p:nvPr/>
            </p:nvSpPr>
            <p:spPr>
              <a:xfrm>
                <a:off x="6096000" y="1503832"/>
                <a:ext cx="4608954" cy="8333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𝝈</m:t>
                          </m:r>
                        </m:e>
                        <m:sub>
                          <m:r>
                            <a:rPr lang="en-US" sz="2800" b="1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𝒙𝒚</m:t>
                          </m:r>
                        </m:sub>
                      </m:sSub>
                      <m:r>
                        <a:rPr lang="en-US" sz="2800" b="1" i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1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grow m:val="on"/>
                              <m:subHide m:val="on"/>
                              <m:supHide m:val="on"/>
                              <m:ctrlPr>
                                <a:rPr lang="en-US" sz="2800" b="1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d>
                                <m:dPr>
                                  <m:ctrlPr>
                                    <a:rPr lang="es-CL" sz="2800" b="1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s-CL" sz="2800" b="1" i="1" smtClean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CL" sz="2800" b="1" i="1" smtClean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s-CL" sz="2800" b="1" i="1" smtClean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  <m:r>
                                    <a:rPr lang="es-CL" sz="2800" b="1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sz="2800" b="1" i="1" dirty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800" b="1" i="1" dirty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</m:acc>
                                </m:e>
                              </m:d>
                              <m:d>
                                <m:dPr>
                                  <m:ctrlPr>
                                    <a:rPr lang="es-CL" sz="2800" b="1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s-CL" sz="2800" b="1" i="1" smtClean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CL" sz="2800" b="1" i="1" smtClean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  <m:sub>
                                      <m:r>
                                        <a:rPr lang="es-CL" sz="2800" b="1" i="1" smtClean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  <m:r>
                                    <a:rPr lang="es-CL" sz="2800" b="1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sz="2800" b="1" i="1" dirty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s-CL" sz="2800" b="1" i="1" dirty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sz="2800" b="1" i="1" dirty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</m:acc>
                                </m:e>
                              </m:d>
                              <m:r>
                                <a:rPr lang="es-CL" sz="2800" b="1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800" b="1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CL" sz="2800" b="1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e>
                                <m:sub>
                                  <m:r>
                                    <a:rPr lang="es-CL" sz="2800" b="1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nary>
                          <m:r>
                            <a:rPr lang="es-CL" sz="2800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 sz="2800" b="1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den>
                      </m:f>
                      <m:r>
                        <a:rPr lang="es-CL" sz="2800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800" b="1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AE23606C-D9D3-9448-F3C7-27CA081FF8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1503832"/>
                <a:ext cx="4608954" cy="83337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81B2F5B6-E8CB-891F-94A3-A87B243EA7E7}"/>
                  </a:ext>
                </a:extLst>
              </p:cNvPr>
              <p:cNvSpPr txBox="1"/>
              <p:nvPr/>
            </p:nvSpPr>
            <p:spPr>
              <a:xfrm>
                <a:off x="6319325" y="3435252"/>
                <a:ext cx="4608954" cy="8333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𝝈</m:t>
                          </m:r>
                        </m:e>
                        <m:sub>
                          <m:r>
                            <a:rPr lang="en-US" sz="2800" b="1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𝒙𝒚</m:t>
                          </m:r>
                        </m:sub>
                      </m:sSub>
                      <m:r>
                        <a:rPr lang="en-US" sz="2800" b="1" i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1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grow m:val="on"/>
                              <m:subHide m:val="on"/>
                              <m:supHide m:val="on"/>
                              <m:ctrlPr>
                                <a:rPr lang="en-US" sz="2800" b="1" i="1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d>
                                <m:dPr>
                                  <m:ctrlPr>
                                    <a:rPr lang="es-CL" sz="2800" b="1" i="1" smtClean="0">
                                      <a:solidFill>
                                        <a:schemeClr val="accent4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s-CL" sz="2800" b="1" i="1" smtClean="0">
                                          <a:solidFill>
                                            <a:schemeClr val="accent4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CL" sz="2800" b="1" i="1" smtClean="0">
                                          <a:solidFill>
                                            <a:schemeClr val="accent4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s-CL" sz="2800" b="1" i="1" smtClean="0">
                                          <a:solidFill>
                                            <a:schemeClr val="accent4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  <m:r>
                                    <a:rPr lang="es-CL" sz="2800" b="1" i="1" smtClean="0">
                                      <a:solidFill>
                                        <a:schemeClr val="accent4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sz="2800" b="1" i="1" dirty="0">
                                          <a:solidFill>
                                            <a:schemeClr val="accent4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800" b="1" i="1" dirty="0">
                                          <a:solidFill>
                                            <a:schemeClr val="accent4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</m:acc>
                                </m:e>
                              </m:d>
                              <m:d>
                                <m:dPr>
                                  <m:ctrlPr>
                                    <a:rPr lang="es-CL" sz="2800" b="1" i="1" smtClean="0">
                                      <a:solidFill>
                                        <a:schemeClr val="accent4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s-CL" sz="2800" b="1" i="1" smtClean="0">
                                          <a:solidFill>
                                            <a:schemeClr val="accent4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CL" sz="2800" b="1" i="1" smtClean="0">
                                          <a:solidFill>
                                            <a:schemeClr val="accent4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  <m:sub>
                                      <m:r>
                                        <a:rPr lang="es-CL" sz="2800" b="1" i="1" smtClean="0">
                                          <a:solidFill>
                                            <a:schemeClr val="accent4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  <m:r>
                                    <a:rPr lang="es-CL" sz="2800" b="1" i="1" smtClean="0">
                                      <a:solidFill>
                                        <a:schemeClr val="accent4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sz="2800" b="1" i="1" dirty="0">
                                          <a:solidFill>
                                            <a:schemeClr val="accent4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s-CL" sz="2800" b="1" i="1" dirty="0">
                                          <a:solidFill>
                                            <a:schemeClr val="accent4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sz="2800" b="1" i="1" dirty="0">
                                          <a:solidFill>
                                            <a:schemeClr val="accent4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</m:acc>
                                </m:e>
                              </m:d>
                              <m:r>
                                <a:rPr lang="es-CL" sz="2800" b="1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800" b="1" i="1" smtClean="0">
                                      <a:solidFill>
                                        <a:schemeClr val="accent4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CL" sz="2800" b="1" i="1">
                                      <a:solidFill>
                                        <a:schemeClr val="accent4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e>
                                <m:sub>
                                  <m:r>
                                    <a:rPr lang="es-CL" sz="2800" b="1" i="1" smtClean="0">
                                      <a:solidFill>
                                        <a:schemeClr val="accent4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nary>
                          <m:r>
                            <a:rPr lang="es-CL" sz="28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 sz="2800" b="1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den>
                      </m:f>
                      <m:r>
                        <a:rPr lang="es-CL" sz="2800" b="1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800" b="1" dirty="0">
                  <a:solidFill>
                    <a:schemeClr val="accent4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81B2F5B6-E8CB-891F-94A3-A87B243EA7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9325" y="3435252"/>
                <a:ext cx="4608954" cy="83337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" name="Oval 67">
            <a:extLst>
              <a:ext uri="{FF2B5EF4-FFF2-40B4-BE49-F238E27FC236}">
                <a16:creationId xmlns:a16="http://schemas.microsoft.com/office/drawing/2014/main" id="{0FFA93B0-C558-526D-D039-6EF513776443}"/>
              </a:ext>
            </a:extLst>
          </p:cNvPr>
          <p:cNvSpPr/>
          <p:nvPr/>
        </p:nvSpPr>
        <p:spPr>
          <a:xfrm>
            <a:off x="5406415" y="4036674"/>
            <a:ext cx="225600" cy="205255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AE512D75-0E78-9D82-037E-3E965C5C5731}"/>
              </a:ext>
            </a:extLst>
          </p:cNvPr>
          <p:cNvSpPr/>
          <p:nvPr/>
        </p:nvSpPr>
        <p:spPr>
          <a:xfrm>
            <a:off x="1817181" y="2380165"/>
            <a:ext cx="225600" cy="205255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8D67BFB7-895F-447F-7EDD-94CEEA122921}"/>
              </a:ext>
            </a:extLst>
          </p:cNvPr>
          <p:cNvCxnSpPr>
            <a:cxnSpLocks/>
            <a:endCxn id="57" idx="6"/>
          </p:cNvCxnSpPr>
          <p:nvPr/>
        </p:nvCxnSpPr>
        <p:spPr>
          <a:xfrm flipH="1">
            <a:off x="1848490" y="3174364"/>
            <a:ext cx="1316680" cy="698"/>
          </a:xfrm>
          <a:prstGeom prst="straightConnector1">
            <a:avLst/>
          </a:prstGeom>
          <a:ln w="571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F123AD1F-7BBB-6907-BD6D-58D83BB90CAA}"/>
              </a:ext>
            </a:extLst>
          </p:cNvPr>
          <p:cNvCxnSpPr>
            <a:cxnSpLocks/>
          </p:cNvCxnSpPr>
          <p:nvPr/>
        </p:nvCxnSpPr>
        <p:spPr>
          <a:xfrm flipH="1" flipV="1">
            <a:off x="3235428" y="1550431"/>
            <a:ext cx="25550" cy="1502507"/>
          </a:xfrm>
          <a:prstGeom prst="straightConnector1">
            <a:avLst/>
          </a:prstGeom>
          <a:ln w="571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E4385A5F-14BD-E299-6556-D282B0EC8F77}"/>
              </a:ext>
            </a:extLst>
          </p:cNvPr>
          <p:cNvCxnSpPr>
            <a:cxnSpLocks/>
          </p:cNvCxnSpPr>
          <p:nvPr/>
        </p:nvCxnSpPr>
        <p:spPr>
          <a:xfrm>
            <a:off x="3277619" y="3262255"/>
            <a:ext cx="0" cy="962307"/>
          </a:xfrm>
          <a:prstGeom prst="straightConnector1">
            <a:avLst/>
          </a:prstGeom>
          <a:ln w="571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31C6FB16-6D54-4C7C-3B71-3C0F11C3C724}"/>
              </a:ext>
            </a:extLst>
          </p:cNvPr>
          <p:cNvCxnSpPr>
            <a:cxnSpLocks/>
          </p:cNvCxnSpPr>
          <p:nvPr/>
        </p:nvCxnSpPr>
        <p:spPr>
          <a:xfrm flipV="1">
            <a:off x="3410460" y="3103540"/>
            <a:ext cx="2199728" cy="54502"/>
          </a:xfrm>
          <a:prstGeom prst="straightConnector1">
            <a:avLst/>
          </a:prstGeom>
          <a:ln w="571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05009958-9846-4EF9-9219-85474C91CF9B}"/>
              </a:ext>
            </a:extLst>
          </p:cNvPr>
          <p:cNvSpPr txBox="1"/>
          <p:nvPr/>
        </p:nvSpPr>
        <p:spPr>
          <a:xfrm>
            <a:off x="9457645" y="853411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800" b="1" dirty="0"/>
              <a:t>+</a:t>
            </a:r>
            <a:endParaRPr lang="en-US" b="1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C91B22D-87D8-3EB8-776F-E4E469EEA1C0}"/>
              </a:ext>
            </a:extLst>
          </p:cNvPr>
          <p:cNvSpPr txBox="1"/>
          <p:nvPr/>
        </p:nvSpPr>
        <p:spPr>
          <a:xfrm>
            <a:off x="7727507" y="948664"/>
            <a:ext cx="2952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800" b="1" dirty="0"/>
              <a:t>-</a:t>
            </a:r>
            <a:endParaRPr lang="en-US" b="1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8198770-3F43-8CB2-BBD0-6B62403281EE}"/>
              </a:ext>
            </a:extLst>
          </p:cNvPr>
          <p:cNvSpPr txBox="1"/>
          <p:nvPr/>
        </p:nvSpPr>
        <p:spPr>
          <a:xfrm>
            <a:off x="9457645" y="2902201"/>
            <a:ext cx="2952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800" b="1" dirty="0"/>
              <a:t>-</a:t>
            </a:r>
            <a:endParaRPr lang="en-US" b="1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742B36E-773B-94E7-C6BD-B2FFE3D7298E}"/>
              </a:ext>
            </a:extLst>
          </p:cNvPr>
          <p:cNvSpPr txBox="1"/>
          <p:nvPr/>
        </p:nvSpPr>
        <p:spPr>
          <a:xfrm>
            <a:off x="7840680" y="2892370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800" b="1" dirty="0"/>
              <a:t>+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24BAAC2D-0CCB-CF88-3E99-E4C5B9D7C5A3}"/>
                  </a:ext>
                </a:extLst>
              </p:cNvPr>
              <p:cNvSpPr txBox="1"/>
              <p:nvPr/>
            </p:nvSpPr>
            <p:spPr>
              <a:xfrm>
                <a:off x="10660389" y="1503832"/>
                <a:ext cx="108781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s-CL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24BAAC2D-0CCB-CF88-3E99-E4C5B9D7C5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0389" y="1503832"/>
                <a:ext cx="1087815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78ADDFDA-EC9C-40DF-78D1-785FEC98FA85}"/>
                  </a:ext>
                </a:extLst>
              </p:cNvPr>
              <p:cNvSpPr txBox="1"/>
              <p:nvPr/>
            </p:nvSpPr>
            <p:spPr>
              <a:xfrm>
                <a:off x="10704954" y="3474003"/>
                <a:ext cx="108781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s-CL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78ADDFDA-EC9C-40DF-78D1-785FEC98FA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04954" y="3474003"/>
                <a:ext cx="1087815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05117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8D2774B-EF6B-795C-E7B5-DF4755C909D9}"/>
              </a:ext>
            </a:extLst>
          </p:cNvPr>
          <p:cNvGrpSpPr/>
          <p:nvPr/>
        </p:nvGrpSpPr>
        <p:grpSpPr>
          <a:xfrm>
            <a:off x="383723" y="1055219"/>
            <a:ext cx="5712277" cy="5482269"/>
            <a:chOff x="961901" y="386499"/>
            <a:chExt cx="6683237" cy="6294626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84D14AC6-AD0E-854B-396C-AD316D7A94E2}"/>
                </a:ext>
              </a:extLst>
            </p:cNvPr>
            <p:cNvSpPr/>
            <p:nvPr/>
          </p:nvSpPr>
          <p:spPr>
            <a:xfrm>
              <a:off x="6213798" y="2774680"/>
              <a:ext cx="263947" cy="2356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4A3A9A46-507D-FBEE-A772-C67304875C98}"/>
                </a:ext>
              </a:extLst>
            </p:cNvPr>
            <p:cNvGrpSpPr/>
            <p:nvPr/>
          </p:nvGrpSpPr>
          <p:grpSpPr>
            <a:xfrm>
              <a:off x="1403025" y="386499"/>
              <a:ext cx="6242113" cy="5876828"/>
              <a:chOff x="884551" y="575035"/>
              <a:chExt cx="6242113" cy="5876828"/>
            </a:xfrm>
          </p:grpSpPr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1D642DEC-9B6B-A484-DECA-C47645F9F53C}"/>
                  </a:ext>
                </a:extLst>
              </p:cNvPr>
              <p:cNvGrpSpPr/>
              <p:nvPr/>
            </p:nvGrpSpPr>
            <p:grpSpPr>
              <a:xfrm>
                <a:off x="884551" y="575035"/>
                <a:ext cx="6242113" cy="5876828"/>
                <a:chOff x="893978" y="-593889"/>
                <a:chExt cx="6242113" cy="5876828"/>
              </a:xfrm>
            </p:grpSpPr>
            <p:cxnSp>
              <p:nvCxnSpPr>
                <p:cNvPr id="33" name="Straight Connector 32">
                  <a:extLst>
                    <a:ext uri="{FF2B5EF4-FFF2-40B4-BE49-F238E27FC236}">
                      <a16:creationId xmlns:a16="http://schemas.microsoft.com/office/drawing/2014/main" id="{A55B34CC-59FC-E66B-1142-0A685E8C8AD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159498" y="5062194"/>
                  <a:ext cx="5976593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Straight Connector 33">
                  <a:extLst>
                    <a:ext uri="{FF2B5EF4-FFF2-40B4-BE49-F238E27FC236}">
                      <a16:creationId xmlns:a16="http://schemas.microsoft.com/office/drawing/2014/main" id="{0F078803-D860-1721-D6BE-35F36A7239B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159498" y="-593889"/>
                  <a:ext cx="36136" cy="5656083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Connector 34">
                  <a:extLst>
                    <a:ext uri="{FF2B5EF4-FFF2-40B4-BE49-F238E27FC236}">
                      <a16:creationId xmlns:a16="http://schemas.microsoft.com/office/drawing/2014/main" id="{124FB8EC-39CC-EBE1-EB12-371B9B8D54B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905788" y="4923149"/>
                  <a:ext cx="0" cy="35979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Straight Connector 35">
                  <a:extLst>
                    <a:ext uri="{FF2B5EF4-FFF2-40B4-BE49-F238E27FC236}">
                      <a16:creationId xmlns:a16="http://schemas.microsoft.com/office/drawing/2014/main" id="{1CA518CA-A2BD-9006-FE46-A6C375852BA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655220" y="4892525"/>
                  <a:ext cx="0" cy="35979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>
                  <a:extLst>
                    <a:ext uri="{FF2B5EF4-FFF2-40B4-BE49-F238E27FC236}">
                      <a16:creationId xmlns:a16="http://schemas.microsoft.com/office/drawing/2014/main" id="{C3BA4E0E-336D-36A6-79F2-BED81AFCB9D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704751" y="4867374"/>
                  <a:ext cx="0" cy="35979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>
                  <a:extLst>
                    <a:ext uri="{FF2B5EF4-FFF2-40B4-BE49-F238E27FC236}">
                      <a16:creationId xmlns:a16="http://schemas.microsoft.com/office/drawing/2014/main" id="{12104228-6355-722A-4F5A-D337F6A1E14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456572" y="4867374"/>
                  <a:ext cx="0" cy="35979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>
                  <a:extLst>
                    <a:ext uri="{FF2B5EF4-FFF2-40B4-BE49-F238E27FC236}">
                      <a16:creationId xmlns:a16="http://schemas.microsoft.com/office/drawing/2014/main" id="{57035453-359D-0F7E-3473-0AA2854F401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928661" y="4875243"/>
                  <a:ext cx="0" cy="35979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>
                  <a:extLst>
                    <a:ext uri="{FF2B5EF4-FFF2-40B4-BE49-F238E27FC236}">
                      <a16:creationId xmlns:a16="http://schemas.microsoft.com/office/drawing/2014/main" id="{D08C05FD-0502-D02C-7104-F2452A14544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178417" y="4867374"/>
                  <a:ext cx="0" cy="35979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8453ABEE-F494-070E-6687-78FD4C20FF5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401512" y="4882299"/>
                  <a:ext cx="0" cy="35979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>
                  <a:extLst>
                    <a:ext uri="{FF2B5EF4-FFF2-40B4-BE49-F238E27FC236}">
                      <a16:creationId xmlns:a16="http://schemas.microsoft.com/office/drawing/2014/main" id="{D2A07237-2BCC-9A18-15E6-05503CBF604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37969" y="4297840"/>
                  <a:ext cx="468196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EAF02ABE-CC5C-A02F-973F-5CF8CD65FA2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8325" y="3538984"/>
                  <a:ext cx="468196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A79432E7-0061-02D2-5502-8E90FD9504E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8325" y="2784058"/>
                  <a:ext cx="468196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A80F205B-7C91-0C19-3DEE-689F38B0E84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93978" y="2017740"/>
                  <a:ext cx="468196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Connector 45">
                  <a:extLst>
                    <a:ext uri="{FF2B5EF4-FFF2-40B4-BE49-F238E27FC236}">
                      <a16:creationId xmlns:a16="http://schemas.microsoft.com/office/drawing/2014/main" id="{2DD90BAE-E23B-F16A-DD36-B66CCF21312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5400" y="1275773"/>
                  <a:ext cx="468196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Straight Connector 46">
                  <a:extLst>
                    <a:ext uri="{FF2B5EF4-FFF2-40B4-BE49-F238E27FC236}">
                      <a16:creationId xmlns:a16="http://schemas.microsoft.com/office/drawing/2014/main" id="{A4B5B54E-FE5F-DD54-7C25-B1B645DEEEB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1042" y="527901"/>
                  <a:ext cx="468196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45EADDE8-6EEF-724D-DB9D-DF3F5F9BC72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4551" y="944073"/>
                <a:ext cx="468196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5C6A0B2-803D-55CE-900E-3FBFD4C84434}"/>
                </a:ext>
              </a:extLst>
            </p:cNvPr>
            <p:cNvSpPr txBox="1"/>
            <p:nvPr/>
          </p:nvSpPr>
          <p:spPr>
            <a:xfrm>
              <a:off x="2263992" y="6273481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2000" b="1" dirty="0"/>
                <a:t>1</a:t>
              </a:r>
              <a:endParaRPr lang="en-US" b="1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E8D3D1E-7ABB-BD20-07FC-A6C7ACCE3B02}"/>
                </a:ext>
              </a:extLst>
            </p:cNvPr>
            <p:cNvSpPr txBox="1"/>
            <p:nvPr/>
          </p:nvSpPr>
          <p:spPr>
            <a:xfrm>
              <a:off x="3010282" y="6263327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2000" b="1" dirty="0"/>
                <a:t>2</a:t>
              </a:r>
              <a:endParaRPr lang="en-US" b="1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3F03057-C5B0-F118-99E8-5EA5D4BE3614}"/>
                </a:ext>
              </a:extLst>
            </p:cNvPr>
            <p:cNvSpPr txBox="1"/>
            <p:nvPr/>
          </p:nvSpPr>
          <p:spPr>
            <a:xfrm>
              <a:off x="3754204" y="6280229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2000" b="1" dirty="0"/>
                <a:t>3</a:t>
              </a:r>
              <a:endParaRPr lang="en-US" b="1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DF46506-2CED-B279-CE9C-94E9ED15E530}"/>
                </a:ext>
              </a:extLst>
            </p:cNvPr>
            <p:cNvSpPr txBox="1"/>
            <p:nvPr/>
          </p:nvSpPr>
          <p:spPr>
            <a:xfrm>
              <a:off x="4530209" y="6281015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2000" b="1" dirty="0"/>
                <a:t>4</a:t>
              </a:r>
              <a:endParaRPr lang="en-US" b="1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2041D26-2A22-F596-1982-AA3C21D79A03}"/>
                </a:ext>
              </a:extLst>
            </p:cNvPr>
            <p:cNvSpPr txBox="1"/>
            <p:nvPr/>
          </p:nvSpPr>
          <p:spPr>
            <a:xfrm>
              <a:off x="5280453" y="6280229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2000" b="1" dirty="0"/>
                <a:t>5</a:t>
              </a:r>
              <a:endParaRPr lang="en-US" b="1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2FCC0E6-D3FA-64FA-B823-16A62DE710C9}"/>
                </a:ext>
              </a:extLst>
            </p:cNvPr>
            <p:cNvSpPr txBox="1"/>
            <p:nvPr/>
          </p:nvSpPr>
          <p:spPr>
            <a:xfrm>
              <a:off x="6080208" y="6280229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2000" b="1" dirty="0"/>
                <a:t>6</a:t>
              </a:r>
              <a:endParaRPr lang="en-US" b="1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9E0C3D8-8F4D-5674-9B51-5461579339B3}"/>
                </a:ext>
              </a:extLst>
            </p:cNvPr>
            <p:cNvSpPr txBox="1"/>
            <p:nvPr/>
          </p:nvSpPr>
          <p:spPr>
            <a:xfrm>
              <a:off x="6838339" y="6263327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2000" b="1" dirty="0"/>
                <a:t>7</a:t>
              </a:r>
              <a:endParaRPr lang="en-US" b="1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461141C-8DC6-4C44-478E-24B118A8B40C}"/>
                </a:ext>
              </a:extLst>
            </p:cNvPr>
            <p:cNvSpPr txBox="1"/>
            <p:nvPr/>
          </p:nvSpPr>
          <p:spPr>
            <a:xfrm>
              <a:off x="999746" y="4974153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2000" b="1" dirty="0"/>
                <a:t>1</a:t>
              </a:r>
              <a:endParaRPr lang="en-US" b="1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3BC8B42-A847-F8C0-3280-1D8199D53B88}"/>
                </a:ext>
              </a:extLst>
            </p:cNvPr>
            <p:cNvSpPr txBox="1"/>
            <p:nvPr/>
          </p:nvSpPr>
          <p:spPr>
            <a:xfrm>
              <a:off x="992276" y="4319317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2000" b="1" dirty="0"/>
                <a:t>2</a:t>
              </a:r>
              <a:endParaRPr lang="en-US" b="1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3612980-661C-086C-1EB5-7EEE42315FC0}"/>
                </a:ext>
              </a:extLst>
            </p:cNvPr>
            <p:cNvSpPr txBox="1"/>
            <p:nvPr/>
          </p:nvSpPr>
          <p:spPr>
            <a:xfrm>
              <a:off x="961901" y="3564391"/>
              <a:ext cx="34488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L" sz="2000" b="1" dirty="0"/>
                <a:t>3</a:t>
              </a:r>
              <a:endParaRPr lang="en-US" b="1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2C1CFA1-4B62-5EF6-96E6-EB2028FEDF0B}"/>
                </a:ext>
              </a:extLst>
            </p:cNvPr>
            <p:cNvSpPr txBox="1"/>
            <p:nvPr/>
          </p:nvSpPr>
          <p:spPr>
            <a:xfrm>
              <a:off x="967929" y="2798073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2000" b="1" dirty="0"/>
                <a:t>4</a:t>
              </a:r>
              <a:endParaRPr lang="en-US" b="1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FFFA823-8A3F-8224-5737-53C641E284A1}"/>
                </a:ext>
              </a:extLst>
            </p:cNvPr>
            <p:cNvSpPr txBox="1"/>
            <p:nvPr/>
          </p:nvSpPr>
          <p:spPr>
            <a:xfrm>
              <a:off x="992276" y="2056106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2000" b="1" dirty="0"/>
                <a:t>5</a:t>
              </a:r>
              <a:endParaRPr lang="en-US" b="1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BD55611-35AD-8CFC-C5F9-780DDDEF056E}"/>
                </a:ext>
              </a:extLst>
            </p:cNvPr>
            <p:cNvSpPr txBox="1"/>
            <p:nvPr/>
          </p:nvSpPr>
          <p:spPr>
            <a:xfrm>
              <a:off x="999746" y="1328578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2000" b="1" dirty="0"/>
                <a:t>6</a:t>
              </a:r>
              <a:endParaRPr lang="en-US" b="1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19AB078-2603-F3EB-34F9-987721DDB411}"/>
                </a:ext>
              </a:extLst>
            </p:cNvPr>
            <p:cNvSpPr txBox="1"/>
            <p:nvPr/>
          </p:nvSpPr>
          <p:spPr>
            <a:xfrm>
              <a:off x="1015901" y="521098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2000" b="1" dirty="0"/>
                <a:t>7</a:t>
              </a:r>
              <a:endParaRPr lang="en-US" b="1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E90407CA-9A09-EDDB-571F-AB88A969CAB6}"/>
                </a:ext>
              </a:extLst>
            </p:cNvPr>
            <p:cNvSpPr/>
            <p:nvPr/>
          </p:nvSpPr>
          <p:spPr>
            <a:xfrm>
              <a:off x="6268961" y="3605256"/>
              <a:ext cx="263947" cy="2356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48CA450C-7BDB-F87A-C96D-F00E11B0259C}"/>
                </a:ext>
              </a:extLst>
            </p:cNvPr>
            <p:cNvSpPr/>
            <p:nvPr/>
          </p:nvSpPr>
          <p:spPr>
            <a:xfrm>
              <a:off x="3280820" y="1902657"/>
              <a:ext cx="263947" cy="2356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2B842D91-3F55-3658-C105-4B51925CD9C9}"/>
                </a:ext>
              </a:extLst>
            </p:cNvPr>
            <p:cNvSpPr/>
            <p:nvPr/>
          </p:nvSpPr>
          <p:spPr>
            <a:xfrm>
              <a:off x="4631499" y="3446556"/>
              <a:ext cx="263947" cy="2356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F0AA0361-573E-C3B6-DDC7-B8D22917834D}"/>
                </a:ext>
              </a:extLst>
            </p:cNvPr>
            <p:cNvSpPr/>
            <p:nvPr/>
          </p:nvSpPr>
          <p:spPr>
            <a:xfrm>
              <a:off x="4144090" y="1702601"/>
              <a:ext cx="263947" cy="2356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8" name="Oval 47">
            <a:extLst>
              <a:ext uri="{FF2B5EF4-FFF2-40B4-BE49-F238E27FC236}">
                <a16:creationId xmlns:a16="http://schemas.microsoft.com/office/drawing/2014/main" id="{21369C52-7CF5-89F0-D9F6-25B4C1F2A448}"/>
              </a:ext>
            </a:extLst>
          </p:cNvPr>
          <p:cNvSpPr/>
          <p:nvPr/>
        </p:nvSpPr>
        <p:spPr>
          <a:xfrm>
            <a:off x="2416517" y="3143241"/>
            <a:ext cx="225600" cy="20525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520680D0-15E6-2F8E-0FEB-65E33245C787}"/>
              </a:ext>
            </a:extLst>
          </p:cNvPr>
          <p:cNvSpPr/>
          <p:nvPr/>
        </p:nvSpPr>
        <p:spPr>
          <a:xfrm>
            <a:off x="2094145" y="3530358"/>
            <a:ext cx="225600" cy="20525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4D39B13F-F32C-613B-2424-D91E05B5DEB1}"/>
              </a:ext>
            </a:extLst>
          </p:cNvPr>
          <p:cNvSpPr/>
          <p:nvPr/>
        </p:nvSpPr>
        <p:spPr>
          <a:xfrm>
            <a:off x="1652565" y="2475747"/>
            <a:ext cx="225600" cy="20525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E8575717-E58E-9EFD-69D5-DF89B7390394}"/>
              </a:ext>
            </a:extLst>
          </p:cNvPr>
          <p:cNvSpPr/>
          <p:nvPr/>
        </p:nvSpPr>
        <p:spPr>
          <a:xfrm>
            <a:off x="4351321" y="3425421"/>
            <a:ext cx="225600" cy="20525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A47C0316-786B-EFF4-D1BB-B1C4257DB0DB}"/>
              </a:ext>
            </a:extLst>
          </p:cNvPr>
          <p:cNvSpPr/>
          <p:nvPr/>
        </p:nvSpPr>
        <p:spPr>
          <a:xfrm>
            <a:off x="5032558" y="4481678"/>
            <a:ext cx="225600" cy="20525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FC9FFE35-0412-5C40-AA03-9ED3D7CA31B0}"/>
              </a:ext>
            </a:extLst>
          </p:cNvPr>
          <p:cNvSpPr/>
          <p:nvPr/>
        </p:nvSpPr>
        <p:spPr>
          <a:xfrm>
            <a:off x="1383842" y="1503832"/>
            <a:ext cx="225600" cy="20525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C42DC911-392D-D471-7D80-448750E13B9E}"/>
              </a:ext>
            </a:extLst>
          </p:cNvPr>
          <p:cNvSpPr/>
          <p:nvPr/>
        </p:nvSpPr>
        <p:spPr>
          <a:xfrm>
            <a:off x="2005572" y="1528331"/>
            <a:ext cx="225600" cy="20525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5F94A0CD-2E15-A364-48CD-3574C14CDAF5}"/>
              </a:ext>
            </a:extLst>
          </p:cNvPr>
          <p:cNvSpPr/>
          <p:nvPr/>
        </p:nvSpPr>
        <p:spPr>
          <a:xfrm>
            <a:off x="5498254" y="2099781"/>
            <a:ext cx="225600" cy="20525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08590B46-F38D-B72C-D756-D7A5E67A1C9B}"/>
                  </a:ext>
                </a:extLst>
              </p:cNvPr>
              <p:cNvSpPr txBox="1"/>
              <p:nvPr/>
            </p:nvSpPr>
            <p:spPr>
              <a:xfrm>
                <a:off x="3058154" y="6123841"/>
                <a:ext cx="52081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08590B46-F38D-B72C-D756-D7A5E67A1C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8154" y="6123841"/>
                <a:ext cx="520810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D95A826E-CC8B-AE4D-7FE5-550A0EC54E6A}"/>
                  </a:ext>
                </a:extLst>
              </p:cNvPr>
              <p:cNvSpPr txBox="1"/>
              <p:nvPr/>
            </p:nvSpPr>
            <p:spPr>
              <a:xfrm>
                <a:off x="140584" y="2811153"/>
                <a:ext cx="511163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sz="3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L" sz="32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32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D95A826E-CC8B-AE4D-7FE5-550A0EC54E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584" y="2811153"/>
                <a:ext cx="511163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CE576CD3-8816-1468-899E-F516EBD4EE4D}"/>
              </a:ext>
            </a:extLst>
          </p:cNvPr>
          <p:cNvCxnSpPr>
            <a:cxnSpLocks/>
          </p:cNvCxnSpPr>
          <p:nvPr/>
        </p:nvCxnSpPr>
        <p:spPr>
          <a:xfrm>
            <a:off x="761251" y="3169464"/>
            <a:ext cx="400175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F9189166-F5C5-1AD3-F887-C9024F35B3E1}"/>
              </a:ext>
            </a:extLst>
          </p:cNvPr>
          <p:cNvCxnSpPr>
            <a:cxnSpLocks/>
          </p:cNvCxnSpPr>
          <p:nvPr/>
        </p:nvCxnSpPr>
        <p:spPr>
          <a:xfrm flipV="1">
            <a:off x="3333928" y="5832097"/>
            <a:ext cx="0" cy="31335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Oval 62">
            <a:extLst>
              <a:ext uri="{FF2B5EF4-FFF2-40B4-BE49-F238E27FC236}">
                <a16:creationId xmlns:a16="http://schemas.microsoft.com/office/drawing/2014/main" id="{513A2682-79E8-1EE9-853A-9BBC1BE7E366}"/>
              </a:ext>
            </a:extLst>
          </p:cNvPr>
          <p:cNvSpPr/>
          <p:nvPr/>
        </p:nvSpPr>
        <p:spPr>
          <a:xfrm>
            <a:off x="3154096" y="3052938"/>
            <a:ext cx="225600" cy="20525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A020173A-2EBB-44EE-5C60-22F5DF2396F9}"/>
              </a:ext>
            </a:extLst>
          </p:cNvPr>
          <p:cNvSpPr/>
          <p:nvPr/>
        </p:nvSpPr>
        <p:spPr>
          <a:xfrm>
            <a:off x="3849263" y="3037429"/>
            <a:ext cx="225600" cy="20525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EC456649-8A7E-4E4E-35F7-844B999BC252}"/>
              </a:ext>
            </a:extLst>
          </p:cNvPr>
          <p:cNvSpPr/>
          <p:nvPr/>
        </p:nvSpPr>
        <p:spPr>
          <a:xfrm>
            <a:off x="1622890" y="3072434"/>
            <a:ext cx="225600" cy="20525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E9920A82-0B0C-746C-1A12-C22B42C63F70}"/>
              </a:ext>
            </a:extLst>
          </p:cNvPr>
          <p:cNvSpPr/>
          <p:nvPr/>
        </p:nvSpPr>
        <p:spPr>
          <a:xfrm>
            <a:off x="5628003" y="4481678"/>
            <a:ext cx="225600" cy="20525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AE23606C-D9D3-9448-F3C7-27CA081FF86D}"/>
                  </a:ext>
                </a:extLst>
              </p:cNvPr>
              <p:cNvSpPr txBox="1"/>
              <p:nvPr/>
            </p:nvSpPr>
            <p:spPr>
              <a:xfrm>
                <a:off x="6822287" y="959946"/>
                <a:ext cx="4608954" cy="8333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𝝈</m:t>
                          </m:r>
                        </m:e>
                        <m:sub>
                          <m:r>
                            <a:rPr lang="en-US" sz="2800" b="1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𝒙𝒚</m:t>
                          </m:r>
                        </m:sub>
                      </m:sSub>
                      <m:r>
                        <a:rPr lang="en-US" sz="2800" b="1" i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1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grow m:val="on"/>
                              <m:subHide m:val="on"/>
                              <m:supHide m:val="on"/>
                              <m:ctrlPr>
                                <a:rPr lang="en-US" sz="2800" b="1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d>
                                <m:dPr>
                                  <m:ctrlPr>
                                    <a:rPr lang="es-CL" sz="2800" b="1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s-CL" sz="2800" b="1" i="1" smtClean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CL" sz="2800" b="1" i="1" smtClean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s-CL" sz="2800" b="1" i="1" smtClean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  <m:r>
                                    <a:rPr lang="es-CL" sz="2800" b="1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sz="2800" b="1" i="1" dirty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800" b="1" i="1" dirty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</m:acc>
                                </m:e>
                              </m:d>
                              <m:d>
                                <m:dPr>
                                  <m:ctrlPr>
                                    <a:rPr lang="es-CL" sz="2800" b="1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s-CL" sz="2800" b="1" i="1" smtClean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CL" sz="2800" b="1" i="1" smtClean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  <m:sub>
                                      <m:r>
                                        <a:rPr lang="es-CL" sz="2800" b="1" i="1" smtClean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  <m:r>
                                    <a:rPr lang="es-CL" sz="2800" b="1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sz="2800" b="1" i="1" dirty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s-CL" sz="2800" b="1" i="1" dirty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sz="2800" b="1" i="1" dirty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</m:acc>
                                </m:e>
                              </m:d>
                              <m:r>
                                <a:rPr lang="es-CL" sz="2800" b="1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800" b="1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CL" sz="2800" b="1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e>
                                <m:sub>
                                  <m:r>
                                    <a:rPr lang="es-CL" sz="2800" b="1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nary>
                          <m:r>
                            <a:rPr lang="es-CL" sz="2800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 sz="2800" b="1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den>
                      </m:f>
                      <m:r>
                        <a:rPr lang="es-CL" sz="2800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800" b="1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AE23606C-D9D3-9448-F3C7-27CA081FF8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2287" y="959946"/>
                <a:ext cx="4608954" cy="83337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81B2F5B6-E8CB-891F-94A3-A87B243EA7E7}"/>
                  </a:ext>
                </a:extLst>
              </p:cNvPr>
              <p:cNvSpPr txBox="1"/>
              <p:nvPr/>
            </p:nvSpPr>
            <p:spPr>
              <a:xfrm>
                <a:off x="6905537" y="2301822"/>
                <a:ext cx="4608954" cy="8333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𝝈</m:t>
                          </m:r>
                        </m:e>
                        <m:sub>
                          <m:r>
                            <a:rPr lang="en-US" sz="2800" b="1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𝒙𝒚</m:t>
                          </m:r>
                        </m:sub>
                      </m:sSub>
                      <m:r>
                        <a:rPr lang="en-US" sz="2800" b="1" i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1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grow m:val="on"/>
                              <m:subHide m:val="on"/>
                              <m:supHide m:val="on"/>
                              <m:ctrlPr>
                                <a:rPr lang="en-US" sz="2800" b="1" i="1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d>
                                <m:dPr>
                                  <m:ctrlPr>
                                    <a:rPr lang="es-CL" sz="2800" b="1" i="1" smtClean="0">
                                      <a:solidFill>
                                        <a:schemeClr val="accent4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s-CL" sz="2800" b="1" i="1" smtClean="0">
                                          <a:solidFill>
                                            <a:schemeClr val="accent4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CL" sz="2800" b="1" i="1" smtClean="0">
                                          <a:solidFill>
                                            <a:schemeClr val="accent4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s-CL" sz="2800" b="1" i="1" smtClean="0">
                                          <a:solidFill>
                                            <a:schemeClr val="accent4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  <m:r>
                                    <a:rPr lang="es-CL" sz="2800" b="1" i="1" smtClean="0">
                                      <a:solidFill>
                                        <a:schemeClr val="accent4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sz="2800" b="1" i="1" dirty="0">
                                          <a:solidFill>
                                            <a:schemeClr val="accent4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800" b="1" i="1" dirty="0">
                                          <a:solidFill>
                                            <a:schemeClr val="accent4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</m:acc>
                                </m:e>
                              </m:d>
                              <m:d>
                                <m:dPr>
                                  <m:ctrlPr>
                                    <a:rPr lang="es-CL" sz="2800" b="1" i="1" smtClean="0">
                                      <a:solidFill>
                                        <a:schemeClr val="accent4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s-CL" sz="2800" b="1" i="1" smtClean="0">
                                          <a:solidFill>
                                            <a:schemeClr val="accent4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CL" sz="2800" b="1" i="1" smtClean="0">
                                          <a:solidFill>
                                            <a:schemeClr val="accent4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  <m:sub>
                                      <m:r>
                                        <a:rPr lang="es-CL" sz="2800" b="1" i="1" smtClean="0">
                                          <a:solidFill>
                                            <a:schemeClr val="accent4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  <m:r>
                                    <a:rPr lang="es-CL" sz="2800" b="1" i="1" smtClean="0">
                                      <a:solidFill>
                                        <a:schemeClr val="accent4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sz="2800" b="1" i="1" dirty="0">
                                          <a:solidFill>
                                            <a:schemeClr val="accent4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s-CL" sz="2800" b="1" i="1" dirty="0">
                                          <a:solidFill>
                                            <a:schemeClr val="accent4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sz="2800" b="1" i="1" dirty="0">
                                          <a:solidFill>
                                            <a:schemeClr val="accent4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</m:acc>
                                </m:e>
                              </m:d>
                              <m:r>
                                <a:rPr lang="es-CL" sz="2800" b="1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800" b="1" i="1" smtClean="0">
                                      <a:solidFill>
                                        <a:schemeClr val="accent4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CL" sz="2800" b="1" i="1">
                                      <a:solidFill>
                                        <a:schemeClr val="accent4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e>
                                <m:sub>
                                  <m:r>
                                    <a:rPr lang="es-CL" sz="2800" b="1" i="1" smtClean="0">
                                      <a:solidFill>
                                        <a:schemeClr val="accent4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nary>
                          <m:r>
                            <a:rPr lang="es-CL" sz="28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 sz="2800" b="1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den>
                      </m:f>
                      <m:r>
                        <a:rPr lang="es-CL" sz="2800" b="1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800" b="1" dirty="0">
                  <a:solidFill>
                    <a:schemeClr val="accent4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81B2F5B6-E8CB-891F-94A3-A87B243EA7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5537" y="2301822"/>
                <a:ext cx="4608954" cy="83337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" name="Oval 67">
            <a:extLst>
              <a:ext uri="{FF2B5EF4-FFF2-40B4-BE49-F238E27FC236}">
                <a16:creationId xmlns:a16="http://schemas.microsoft.com/office/drawing/2014/main" id="{0FFA93B0-C558-526D-D039-6EF513776443}"/>
              </a:ext>
            </a:extLst>
          </p:cNvPr>
          <p:cNvSpPr/>
          <p:nvPr/>
        </p:nvSpPr>
        <p:spPr>
          <a:xfrm>
            <a:off x="5406415" y="4036674"/>
            <a:ext cx="225600" cy="205255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AE512D75-0E78-9D82-037E-3E965C5C5731}"/>
              </a:ext>
            </a:extLst>
          </p:cNvPr>
          <p:cNvSpPr/>
          <p:nvPr/>
        </p:nvSpPr>
        <p:spPr>
          <a:xfrm>
            <a:off x="1770825" y="1875115"/>
            <a:ext cx="225600" cy="205255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C4DB6A91-7C22-4D83-CEC0-78C76E746C65}"/>
              </a:ext>
            </a:extLst>
          </p:cNvPr>
          <p:cNvSpPr/>
          <p:nvPr/>
        </p:nvSpPr>
        <p:spPr>
          <a:xfrm>
            <a:off x="1518250" y="3765057"/>
            <a:ext cx="225600" cy="20525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6FA49738-FEEE-58D8-CE09-3C92C111C0F8}"/>
              </a:ext>
            </a:extLst>
          </p:cNvPr>
          <p:cNvSpPr/>
          <p:nvPr/>
        </p:nvSpPr>
        <p:spPr>
          <a:xfrm>
            <a:off x="2094145" y="3997223"/>
            <a:ext cx="225600" cy="205255"/>
          </a:xfrm>
          <a:prstGeom prst="ellipse">
            <a:avLst/>
          </a:prstGeom>
          <a:solidFill>
            <a:srgbClr val="33BA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50C4A023-D8C8-736C-EB9B-5D45558D27C3}"/>
              </a:ext>
            </a:extLst>
          </p:cNvPr>
          <p:cNvSpPr/>
          <p:nvPr/>
        </p:nvSpPr>
        <p:spPr>
          <a:xfrm>
            <a:off x="2856373" y="3598164"/>
            <a:ext cx="225600" cy="20525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CD346210-6282-00DE-D5DF-AEF520C62F74}"/>
              </a:ext>
            </a:extLst>
          </p:cNvPr>
          <p:cNvSpPr/>
          <p:nvPr/>
        </p:nvSpPr>
        <p:spPr>
          <a:xfrm>
            <a:off x="4999217" y="1709087"/>
            <a:ext cx="225600" cy="205255"/>
          </a:xfrm>
          <a:prstGeom prst="ellipse">
            <a:avLst/>
          </a:prstGeom>
          <a:solidFill>
            <a:srgbClr val="CC0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DE56D990-D788-8F6B-14C8-5A511F77035D}"/>
              </a:ext>
            </a:extLst>
          </p:cNvPr>
          <p:cNvSpPr/>
          <p:nvPr/>
        </p:nvSpPr>
        <p:spPr>
          <a:xfrm>
            <a:off x="4218023" y="1571616"/>
            <a:ext cx="225600" cy="20525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E2B1F3E1-064D-1CB1-3C23-2D528B8C133A}"/>
              </a:ext>
            </a:extLst>
          </p:cNvPr>
          <p:cNvSpPr/>
          <p:nvPr/>
        </p:nvSpPr>
        <p:spPr>
          <a:xfrm>
            <a:off x="3954245" y="2299307"/>
            <a:ext cx="225600" cy="20525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AC538684-26EB-0F2C-93C3-69D258E8A3FF}"/>
              </a:ext>
            </a:extLst>
          </p:cNvPr>
          <p:cNvSpPr/>
          <p:nvPr/>
        </p:nvSpPr>
        <p:spPr>
          <a:xfrm>
            <a:off x="4581834" y="2478336"/>
            <a:ext cx="225600" cy="20525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18708992-EA94-C9D7-AC0D-53ABAA5EB6FC}"/>
              </a:ext>
            </a:extLst>
          </p:cNvPr>
          <p:cNvSpPr/>
          <p:nvPr/>
        </p:nvSpPr>
        <p:spPr>
          <a:xfrm>
            <a:off x="5488531" y="3032814"/>
            <a:ext cx="225600" cy="20525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93A8DF5F-6C62-20C3-9F93-5FC3F8617CDC}"/>
                  </a:ext>
                </a:extLst>
              </p:cNvPr>
              <p:cNvSpPr txBox="1"/>
              <p:nvPr/>
            </p:nvSpPr>
            <p:spPr>
              <a:xfrm>
                <a:off x="6967650" y="3785793"/>
                <a:ext cx="4608954" cy="8333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1" i="1" smtClean="0">
                              <a:solidFill>
                                <a:srgbClr val="33BAD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>
                              <a:solidFill>
                                <a:srgbClr val="33BAD5"/>
                              </a:solidFill>
                              <a:latin typeface="Cambria Math" panose="02040503050406030204" pitchFamily="18" charset="0"/>
                            </a:rPr>
                            <m:t>𝝈</m:t>
                          </m:r>
                        </m:e>
                        <m:sub>
                          <m:r>
                            <a:rPr lang="en-US" sz="2800" b="1" i="1">
                              <a:solidFill>
                                <a:srgbClr val="33BAD5"/>
                              </a:solidFill>
                              <a:latin typeface="Cambria Math" panose="02040503050406030204" pitchFamily="18" charset="0"/>
                            </a:rPr>
                            <m:t>𝒙𝒚</m:t>
                          </m:r>
                        </m:sub>
                      </m:sSub>
                      <m:r>
                        <a:rPr lang="en-US" sz="2800" b="1" i="0">
                          <a:solidFill>
                            <a:srgbClr val="33BAD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1" i="1">
                              <a:solidFill>
                                <a:srgbClr val="33BAD5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grow m:val="on"/>
                              <m:subHide m:val="on"/>
                              <m:supHide m:val="on"/>
                              <m:ctrlPr>
                                <a:rPr lang="en-US" sz="2800" b="1" i="1">
                                  <a:solidFill>
                                    <a:srgbClr val="33BAD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d>
                                <m:dPr>
                                  <m:ctrlPr>
                                    <a:rPr lang="es-CL" sz="2800" b="1" i="1" smtClean="0">
                                      <a:solidFill>
                                        <a:srgbClr val="33BAD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s-CL" sz="2800" b="1" i="1" smtClean="0">
                                          <a:solidFill>
                                            <a:srgbClr val="33BAD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CL" sz="2800" b="1" i="1" smtClean="0">
                                          <a:solidFill>
                                            <a:srgbClr val="33BAD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s-CL" sz="2800" b="1" i="1" smtClean="0">
                                          <a:solidFill>
                                            <a:srgbClr val="33BAD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  <m:r>
                                    <a:rPr lang="es-CL" sz="2800" b="1" i="1" smtClean="0">
                                      <a:solidFill>
                                        <a:srgbClr val="33BAD5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sz="2800" b="1" i="1" dirty="0">
                                          <a:solidFill>
                                            <a:srgbClr val="33BAD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800" b="1" i="1" dirty="0">
                                          <a:solidFill>
                                            <a:srgbClr val="33BAD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</m:acc>
                                </m:e>
                              </m:d>
                              <m:d>
                                <m:dPr>
                                  <m:ctrlPr>
                                    <a:rPr lang="es-CL" sz="2800" b="1" i="1" smtClean="0">
                                      <a:solidFill>
                                        <a:srgbClr val="33BAD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s-CL" sz="2800" b="1" i="1" smtClean="0">
                                          <a:solidFill>
                                            <a:srgbClr val="33BAD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CL" sz="2800" b="1" i="1" smtClean="0">
                                          <a:solidFill>
                                            <a:srgbClr val="33BAD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  <m:sub>
                                      <m:r>
                                        <a:rPr lang="es-CL" sz="2800" b="1" i="1" smtClean="0">
                                          <a:solidFill>
                                            <a:srgbClr val="33BAD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  <m:r>
                                    <a:rPr lang="es-CL" sz="2800" b="1" i="1" smtClean="0">
                                      <a:solidFill>
                                        <a:srgbClr val="33BAD5"/>
                                      </a:solidFill>
                                      <a:latin typeface="Cambria Math" panose="02040503050406030204" pitchFamily="18" charset="0"/>
                                    </a:rPr>
                                    <m:t> 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sz="2800" b="1" i="1" dirty="0">
                                          <a:solidFill>
                                            <a:srgbClr val="33BAD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s-CL" sz="2800" b="1" i="1" dirty="0">
                                          <a:solidFill>
                                            <a:srgbClr val="33BAD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sz="2800" b="1" i="1" dirty="0">
                                          <a:solidFill>
                                            <a:srgbClr val="33BAD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</m:acc>
                                </m:e>
                              </m:d>
                              <m:r>
                                <a:rPr lang="es-CL" sz="2800" b="1" i="1" smtClean="0">
                                  <a:solidFill>
                                    <a:srgbClr val="33BAD5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800" b="1" i="1" smtClean="0">
                                      <a:solidFill>
                                        <a:srgbClr val="33BAD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CL" sz="2800" b="1" i="1">
                                      <a:solidFill>
                                        <a:srgbClr val="33BAD5"/>
                                      </a:solidFill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e>
                                <m:sub>
                                  <m:r>
                                    <a:rPr lang="es-CL" sz="2800" b="1" i="1" smtClean="0">
                                      <a:solidFill>
                                        <a:srgbClr val="33BAD5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nary>
                          <m:r>
                            <a:rPr lang="es-CL" sz="2800" b="1" i="1" smtClean="0">
                              <a:solidFill>
                                <a:srgbClr val="33BAD5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 sz="2800" b="1" i="1">
                              <a:solidFill>
                                <a:srgbClr val="33BAD5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den>
                      </m:f>
                      <m:r>
                        <a:rPr lang="es-CL" sz="2800" b="1" i="1" smtClean="0">
                          <a:solidFill>
                            <a:srgbClr val="33BAD5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800" b="1" dirty="0">
                  <a:solidFill>
                    <a:srgbClr val="33BAD5"/>
                  </a:solidFill>
                </a:endParaRPr>
              </a:p>
            </p:txBody>
          </p:sp>
        </mc:Choice>
        <mc:Fallback xmlns="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93A8DF5F-6C62-20C3-9F93-5FC3F8617C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7650" y="3785793"/>
                <a:ext cx="4608954" cy="83337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385D3694-3A0B-3D6D-CE69-DD57B3C8C8A4}"/>
                  </a:ext>
                </a:extLst>
              </p:cNvPr>
              <p:cNvSpPr txBox="1"/>
              <p:nvPr/>
            </p:nvSpPr>
            <p:spPr>
              <a:xfrm>
                <a:off x="6967650" y="5141836"/>
                <a:ext cx="4608954" cy="8333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1" i="1" smtClean="0">
                              <a:solidFill>
                                <a:srgbClr val="CC00C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>
                              <a:solidFill>
                                <a:srgbClr val="CC00CC"/>
                              </a:solidFill>
                              <a:latin typeface="Cambria Math" panose="02040503050406030204" pitchFamily="18" charset="0"/>
                            </a:rPr>
                            <m:t>𝝈</m:t>
                          </m:r>
                        </m:e>
                        <m:sub>
                          <m:r>
                            <a:rPr lang="en-US" sz="2800" b="1" i="1">
                              <a:solidFill>
                                <a:srgbClr val="CC00CC"/>
                              </a:solidFill>
                              <a:latin typeface="Cambria Math" panose="02040503050406030204" pitchFamily="18" charset="0"/>
                            </a:rPr>
                            <m:t>𝒙𝒚</m:t>
                          </m:r>
                        </m:sub>
                      </m:sSub>
                      <m:r>
                        <a:rPr lang="en-US" sz="2800" b="1" i="0">
                          <a:solidFill>
                            <a:srgbClr val="CC00CC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1" i="1">
                              <a:solidFill>
                                <a:srgbClr val="CC00CC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grow m:val="on"/>
                              <m:subHide m:val="on"/>
                              <m:supHide m:val="on"/>
                              <m:ctrlPr>
                                <a:rPr lang="en-US" sz="2800" b="1" i="1">
                                  <a:solidFill>
                                    <a:srgbClr val="CC00C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d>
                                <m:dPr>
                                  <m:ctrlPr>
                                    <a:rPr lang="es-CL" sz="2800" b="1" i="1" smtClean="0">
                                      <a:solidFill>
                                        <a:srgbClr val="CC00CC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s-CL" sz="2800" b="1" i="1" smtClean="0">
                                          <a:solidFill>
                                            <a:srgbClr val="CC00CC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CL" sz="2800" b="1" i="1" smtClean="0">
                                          <a:solidFill>
                                            <a:srgbClr val="CC00CC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s-CL" sz="2800" b="1" i="1" smtClean="0">
                                          <a:solidFill>
                                            <a:srgbClr val="CC00CC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  <m:r>
                                    <a:rPr lang="es-CL" sz="2800" b="1" i="1" smtClean="0">
                                      <a:solidFill>
                                        <a:srgbClr val="CC00CC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sz="2800" b="1" i="1" dirty="0">
                                          <a:solidFill>
                                            <a:srgbClr val="CC00CC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800" b="1" i="1" dirty="0">
                                          <a:solidFill>
                                            <a:srgbClr val="CC00CC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</m:acc>
                                </m:e>
                              </m:d>
                              <m:d>
                                <m:dPr>
                                  <m:ctrlPr>
                                    <a:rPr lang="es-CL" sz="2800" b="1" i="1" smtClean="0">
                                      <a:solidFill>
                                        <a:srgbClr val="CC00CC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s-CL" sz="2800" b="1" i="1" smtClean="0">
                                          <a:solidFill>
                                            <a:srgbClr val="CC00CC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CL" sz="2800" b="1" i="1" smtClean="0">
                                          <a:solidFill>
                                            <a:srgbClr val="CC00CC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  <m:sub>
                                      <m:r>
                                        <a:rPr lang="es-CL" sz="2800" b="1" i="1" smtClean="0">
                                          <a:solidFill>
                                            <a:srgbClr val="CC00CC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  <m:r>
                                    <a:rPr lang="es-CL" sz="2800" b="1" i="1" smtClean="0">
                                      <a:solidFill>
                                        <a:srgbClr val="CC00CC"/>
                                      </a:solidFill>
                                      <a:latin typeface="Cambria Math" panose="02040503050406030204" pitchFamily="18" charset="0"/>
                                    </a:rPr>
                                    <m:t> 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sz="2800" b="1" i="1" dirty="0">
                                          <a:solidFill>
                                            <a:srgbClr val="CC00CC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s-CL" sz="2800" b="1" i="1" dirty="0">
                                          <a:solidFill>
                                            <a:srgbClr val="CC00CC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sz="2800" b="1" i="1" dirty="0">
                                          <a:solidFill>
                                            <a:srgbClr val="CC00CC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</m:acc>
                                </m:e>
                              </m:d>
                              <m:r>
                                <a:rPr lang="es-CL" sz="2800" b="1" i="1" smtClean="0">
                                  <a:solidFill>
                                    <a:srgbClr val="CC00CC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800" b="1" i="1" smtClean="0">
                                      <a:solidFill>
                                        <a:srgbClr val="CC00CC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CL" sz="2800" b="1" i="1">
                                      <a:solidFill>
                                        <a:srgbClr val="CC00CC"/>
                                      </a:solidFill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e>
                                <m:sub>
                                  <m:r>
                                    <a:rPr lang="es-CL" sz="2800" b="1" i="1" smtClean="0">
                                      <a:solidFill>
                                        <a:srgbClr val="CC00CC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nary>
                          <m:r>
                            <a:rPr lang="es-CL" sz="2800" b="1" i="1" smtClean="0">
                              <a:solidFill>
                                <a:srgbClr val="CC00CC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 sz="2800" b="1" i="1">
                              <a:solidFill>
                                <a:srgbClr val="CC00CC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den>
                      </m:f>
                      <m:r>
                        <a:rPr lang="es-CL" sz="2800" b="1" i="1" smtClean="0">
                          <a:solidFill>
                            <a:srgbClr val="CC00CC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800" b="1" dirty="0">
                  <a:solidFill>
                    <a:srgbClr val="CC00CC"/>
                  </a:solidFill>
                </a:endParaRPr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385D3694-3A0B-3D6D-CE69-DD57B3C8C8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7650" y="5141836"/>
                <a:ext cx="4608954" cy="83337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982697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852C6E5-FFE6-D8B1-99CC-0FA6DB427F8D}"/>
              </a:ext>
            </a:extLst>
          </p:cNvPr>
          <p:cNvSpPr txBox="1"/>
          <p:nvPr/>
        </p:nvSpPr>
        <p:spPr>
          <a:xfrm>
            <a:off x="3992091" y="189681"/>
            <a:ext cx="385073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/>
              <a:t>Rho of Spearman</a:t>
            </a:r>
          </a:p>
        </p:txBody>
      </p:sp>
      <p:pic>
        <p:nvPicPr>
          <p:cNvPr id="1026" name="Picture 2" descr="Under the Hood: Correlation and Collinearity | by John Lawless | Towards  Data Science">
            <a:extLst>
              <a:ext uri="{FF2B5EF4-FFF2-40B4-BE49-F238E27FC236}">
                <a16:creationId xmlns:a16="http://schemas.microsoft.com/office/drawing/2014/main" id="{F12E46A9-A972-F897-A4F5-F2459BF000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8668" y="1036821"/>
            <a:ext cx="2619375" cy="142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A7EA5878-995E-C65E-F2CB-F081858ED1CC}"/>
              </a:ext>
            </a:extLst>
          </p:cNvPr>
          <p:cNvGrpSpPr/>
          <p:nvPr/>
        </p:nvGrpSpPr>
        <p:grpSpPr>
          <a:xfrm>
            <a:off x="285939" y="2559672"/>
            <a:ext cx="11620122" cy="2866829"/>
            <a:chOff x="347657" y="3311966"/>
            <a:chExt cx="11620122" cy="2866829"/>
          </a:xfrm>
        </p:grpSpPr>
        <p:sp>
          <p:nvSpPr>
            <p:cNvPr id="4" name="Arrow: Left-Right 3">
              <a:extLst>
                <a:ext uri="{FF2B5EF4-FFF2-40B4-BE49-F238E27FC236}">
                  <a16:creationId xmlns:a16="http://schemas.microsoft.com/office/drawing/2014/main" id="{88ADA1B1-E701-9955-BA79-BBD8E82FDAC8}"/>
                </a:ext>
              </a:extLst>
            </p:cNvPr>
            <p:cNvSpPr/>
            <p:nvPr/>
          </p:nvSpPr>
          <p:spPr>
            <a:xfrm>
              <a:off x="854696" y="4850386"/>
              <a:ext cx="10859679" cy="339365"/>
            </a:xfrm>
            <a:prstGeom prst="leftRightArrow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040F6A3A-3EEB-9331-AB83-53B097CF3869}"/>
                </a:ext>
              </a:extLst>
            </p:cNvPr>
            <p:cNvGrpSpPr/>
            <p:nvPr/>
          </p:nvGrpSpPr>
          <p:grpSpPr>
            <a:xfrm>
              <a:off x="743535" y="4721256"/>
              <a:ext cx="10914282" cy="1457539"/>
              <a:chOff x="743535" y="4721256"/>
              <a:chExt cx="10914282" cy="1457539"/>
            </a:xfrm>
          </p:grpSpPr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A4BF3E4-20C9-87E6-B627-5D48CC2DBB59}"/>
                  </a:ext>
                </a:extLst>
              </p:cNvPr>
              <p:cNvSpPr txBox="1"/>
              <p:nvPr/>
            </p:nvSpPr>
            <p:spPr>
              <a:xfrm>
                <a:off x="743535" y="5390560"/>
                <a:ext cx="559769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L" sz="3600" b="1" dirty="0"/>
                  <a:t>-1</a:t>
                </a:r>
                <a:endParaRPr lang="en-US" sz="3600" b="1" dirty="0"/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2C9E245-186D-8911-F443-6DACFAF5D30F}"/>
                  </a:ext>
                </a:extLst>
              </p:cNvPr>
              <p:cNvSpPr txBox="1"/>
              <p:nvPr/>
            </p:nvSpPr>
            <p:spPr>
              <a:xfrm>
                <a:off x="11239113" y="5519688"/>
                <a:ext cx="41870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L" sz="3600" b="1" dirty="0"/>
                  <a:t>1</a:t>
                </a:r>
                <a:endParaRPr lang="en-US" sz="3600" b="1" dirty="0"/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E91E56D-121C-A158-8601-25912DE548FF}"/>
                  </a:ext>
                </a:extLst>
              </p:cNvPr>
              <p:cNvSpPr txBox="1"/>
              <p:nvPr/>
            </p:nvSpPr>
            <p:spPr>
              <a:xfrm>
                <a:off x="5979176" y="5297865"/>
                <a:ext cx="41870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L" sz="3600" b="1" dirty="0"/>
                  <a:t>0</a:t>
                </a:r>
                <a:endParaRPr lang="en-US" sz="3600" b="1" dirty="0"/>
              </a:p>
            </p:txBody>
          </p: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193151FE-021D-944C-9E00-95106DAECAF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448465" y="4751107"/>
                <a:ext cx="0" cy="669303"/>
              </a:xfrm>
              <a:prstGeom prst="line">
                <a:avLst/>
              </a:prstGeom>
              <a:ln w="762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79C44E93-E0E4-829E-91E1-94F850443823}"/>
                  </a:ext>
                </a:extLst>
              </p:cNvPr>
              <p:cNvCxnSpPr/>
              <p:nvPr/>
            </p:nvCxnSpPr>
            <p:spPr>
              <a:xfrm>
                <a:off x="6188528" y="4751108"/>
                <a:ext cx="0" cy="669303"/>
              </a:xfrm>
              <a:prstGeom prst="line">
                <a:avLst/>
              </a:prstGeom>
              <a:ln w="762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E2BD5F73-AD68-4FFE-7818-52C5F86B6C61}"/>
                  </a:ext>
                </a:extLst>
              </p:cNvPr>
              <p:cNvCxnSpPr/>
              <p:nvPr/>
            </p:nvCxnSpPr>
            <p:spPr>
              <a:xfrm>
                <a:off x="1143839" y="4751108"/>
                <a:ext cx="0" cy="669303"/>
              </a:xfrm>
              <a:prstGeom prst="line">
                <a:avLst/>
              </a:prstGeom>
              <a:ln w="762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FE3F0B60-4DD2-8F1B-3C99-1F3B92AB5DC7}"/>
                  </a:ext>
                </a:extLst>
              </p:cNvPr>
              <p:cNvCxnSpPr/>
              <p:nvPr/>
            </p:nvCxnSpPr>
            <p:spPr>
              <a:xfrm>
                <a:off x="10078657" y="4721257"/>
                <a:ext cx="0" cy="669303"/>
              </a:xfrm>
              <a:prstGeom prst="line">
                <a:avLst/>
              </a:prstGeom>
              <a:ln w="762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7E083A2A-5614-14AD-3453-4C450B45D264}"/>
                  </a:ext>
                </a:extLst>
              </p:cNvPr>
              <p:cNvCxnSpPr/>
              <p:nvPr/>
            </p:nvCxnSpPr>
            <p:spPr>
              <a:xfrm>
                <a:off x="8729053" y="4751108"/>
                <a:ext cx="0" cy="669303"/>
              </a:xfrm>
              <a:prstGeom prst="line">
                <a:avLst/>
              </a:prstGeom>
              <a:ln w="762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B68A06E4-D530-294C-259F-7C0052D2F008}"/>
                  </a:ext>
                </a:extLst>
              </p:cNvPr>
              <p:cNvCxnSpPr/>
              <p:nvPr/>
            </p:nvCxnSpPr>
            <p:spPr>
              <a:xfrm>
                <a:off x="3572591" y="4751108"/>
                <a:ext cx="0" cy="669303"/>
              </a:xfrm>
              <a:prstGeom prst="line">
                <a:avLst/>
              </a:prstGeom>
              <a:ln w="762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B4904D0F-D354-C3A8-BF14-14127D5ABF67}"/>
                  </a:ext>
                </a:extLst>
              </p:cNvPr>
              <p:cNvCxnSpPr/>
              <p:nvPr/>
            </p:nvCxnSpPr>
            <p:spPr>
              <a:xfrm>
                <a:off x="2130290" y="4721256"/>
                <a:ext cx="0" cy="669303"/>
              </a:xfrm>
              <a:prstGeom prst="line">
                <a:avLst/>
              </a:prstGeom>
              <a:ln w="762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F54A1C2-C5FB-AD72-1836-023BC01A9AED}"/>
                  </a:ext>
                </a:extLst>
              </p:cNvPr>
              <p:cNvSpPr txBox="1"/>
              <p:nvPr/>
            </p:nvSpPr>
            <p:spPr>
              <a:xfrm>
                <a:off x="1572323" y="5420410"/>
                <a:ext cx="1151277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L" sz="3600" b="1" dirty="0"/>
                  <a:t>-0.75</a:t>
                </a:r>
                <a:endParaRPr lang="en-US" sz="3600" b="1" dirty="0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C4F7E19-CEAB-D5B0-4701-1600E11C45A6}"/>
                  </a:ext>
                </a:extLst>
              </p:cNvPr>
              <p:cNvSpPr txBox="1"/>
              <p:nvPr/>
            </p:nvSpPr>
            <p:spPr>
              <a:xfrm>
                <a:off x="3051275" y="5454589"/>
                <a:ext cx="917239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L" sz="3600" b="1" dirty="0"/>
                  <a:t>-0.5</a:t>
                </a:r>
                <a:endParaRPr lang="en-US" sz="3600" b="1" dirty="0"/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EAD29EC-77A1-C81B-A202-025831A7EE9A}"/>
                  </a:ext>
                </a:extLst>
              </p:cNvPr>
              <p:cNvSpPr txBox="1"/>
              <p:nvPr/>
            </p:nvSpPr>
            <p:spPr>
              <a:xfrm>
                <a:off x="8340965" y="5532464"/>
                <a:ext cx="776175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L" sz="3600" b="1" dirty="0"/>
                  <a:t>0.5</a:t>
                </a:r>
                <a:endParaRPr lang="en-US" sz="3600" b="1" dirty="0"/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DB1F65F-9AB0-5A25-268D-B37AF26F9512}"/>
                  </a:ext>
                </a:extLst>
              </p:cNvPr>
              <p:cNvSpPr txBox="1"/>
              <p:nvPr/>
            </p:nvSpPr>
            <p:spPr>
              <a:xfrm>
                <a:off x="9573550" y="5519688"/>
                <a:ext cx="1010213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L" sz="3600" b="1" dirty="0"/>
                  <a:t>0.75</a:t>
                </a:r>
                <a:endParaRPr lang="en-US" sz="3600" b="1" dirty="0"/>
              </a:p>
            </p:txBody>
          </p:sp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0E9AA90-8D92-2E9F-C25F-3867ABDDD3B9}"/>
                </a:ext>
              </a:extLst>
            </p:cNvPr>
            <p:cNvSpPr txBox="1"/>
            <p:nvPr/>
          </p:nvSpPr>
          <p:spPr>
            <a:xfrm>
              <a:off x="347657" y="3311966"/>
              <a:ext cx="1351524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b="1" dirty="0"/>
                <a:t>Perfect</a:t>
              </a:r>
            </a:p>
            <a:p>
              <a:pPr algn="ctr"/>
              <a:r>
                <a:rPr lang="en-US" sz="2000" b="1" dirty="0"/>
                <a:t>negative </a:t>
              </a:r>
            </a:p>
            <a:p>
              <a:pPr algn="ctr"/>
              <a:r>
                <a:rPr lang="en-US" sz="2000" b="1" dirty="0"/>
                <a:t>correlation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E6F88C52-A793-3A8B-3686-E80F97B9ADB1}"/>
                </a:ext>
              </a:extLst>
            </p:cNvPr>
            <p:cNvSpPr txBox="1"/>
            <p:nvPr/>
          </p:nvSpPr>
          <p:spPr>
            <a:xfrm>
              <a:off x="10616255" y="3311966"/>
              <a:ext cx="1351524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b="1" dirty="0"/>
                <a:t>Perfect</a:t>
              </a:r>
            </a:p>
            <a:p>
              <a:pPr algn="ctr"/>
              <a:r>
                <a:rPr lang="en-US" sz="2000" b="1" dirty="0"/>
                <a:t>positive </a:t>
              </a:r>
            </a:p>
            <a:p>
              <a:pPr algn="ctr"/>
              <a:r>
                <a:rPr lang="en-US" sz="2000" b="1" dirty="0"/>
                <a:t>correlation</a:t>
              </a: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23CB1FB9-A425-C8D6-0DD7-61A0AF8C75DD}"/>
              </a:ext>
            </a:extLst>
          </p:cNvPr>
          <p:cNvSpPr txBox="1"/>
          <p:nvPr/>
        </p:nvSpPr>
        <p:spPr>
          <a:xfrm>
            <a:off x="1392810" y="5314447"/>
            <a:ext cx="135152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/>
              <a:t>High</a:t>
            </a:r>
          </a:p>
          <a:p>
            <a:pPr algn="ctr"/>
            <a:r>
              <a:rPr lang="en-US" sz="2000" b="1" dirty="0"/>
              <a:t>negative </a:t>
            </a:r>
          </a:p>
          <a:p>
            <a:pPr algn="ctr"/>
            <a:r>
              <a:rPr lang="en-US" sz="2000" b="1" dirty="0"/>
              <a:t>correlation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3A13B15-749B-79CD-13E4-C9D840749A5A}"/>
              </a:ext>
            </a:extLst>
          </p:cNvPr>
          <p:cNvSpPr txBox="1"/>
          <p:nvPr/>
        </p:nvSpPr>
        <p:spPr>
          <a:xfrm>
            <a:off x="9341176" y="5284597"/>
            <a:ext cx="135152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/>
              <a:t>High</a:t>
            </a:r>
          </a:p>
          <a:p>
            <a:pPr algn="ctr"/>
            <a:r>
              <a:rPr lang="en-US" sz="2000" b="1" dirty="0"/>
              <a:t>positive </a:t>
            </a:r>
          </a:p>
          <a:p>
            <a:pPr algn="ctr"/>
            <a:r>
              <a:rPr lang="en-US" sz="2000" b="1" dirty="0"/>
              <a:t>correlation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EDC0E71-03BA-BC7B-02F8-7599D494EBED}"/>
              </a:ext>
            </a:extLst>
          </p:cNvPr>
          <p:cNvSpPr txBox="1"/>
          <p:nvPr/>
        </p:nvSpPr>
        <p:spPr>
          <a:xfrm>
            <a:off x="2835111" y="2564042"/>
            <a:ext cx="135152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/>
              <a:t>Moderate</a:t>
            </a:r>
          </a:p>
          <a:p>
            <a:pPr algn="ctr"/>
            <a:r>
              <a:rPr lang="en-US" sz="2000" b="1" dirty="0"/>
              <a:t>negative </a:t>
            </a:r>
          </a:p>
          <a:p>
            <a:pPr algn="ctr"/>
            <a:r>
              <a:rPr lang="en-US" sz="2000" b="1" dirty="0"/>
              <a:t>correlation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C77E14D-CFAF-A2A8-9A7F-C6B2AF09BA73}"/>
              </a:ext>
            </a:extLst>
          </p:cNvPr>
          <p:cNvSpPr txBox="1"/>
          <p:nvPr/>
        </p:nvSpPr>
        <p:spPr>
          <a:xfrm>
            <a:off x="8005365" y="2559581"/>
            <a:ext cx="135152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/>
              <a:t>Moderate</a:t>
            </a:r>
          </a:p>
          <a:p>
            <a:pPr algn="ctr"/>
            <a:r>
              <a:rPr lang="en-US" sz="2000" b="1" dirty="0"/>
              <a:t>positive </a:t>
            </a:r>
          </a:p>
          <a:p>
            <a:pPr algn="ctr"/>
            <a:r>
              <a:rPr lang="en-US" sz="2000" b="1" dirty="0"/>
              <a:t>correlation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D73016F-9618-D542-BABC-0311E70DA04C}"/>
              </a:ext>
            </a:extLst>
          </p:cNvPr>
          <p:cNvSpPr txBox="1"/>
          <p:nvPr/>
        </p:nvSpPr>
        <p:spPr>
          <a:xfrm>
            <a:off x="5547055" y="5200419"/>
            <a:ext cx="135152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/>
              <a:t>No</a:t>
            </a:r>
          </a:p>
          <a:p>
            <a:pPr algn="ctr"/>
            <a:r>
              <a:rPr lang="en-US" sz="2000" b="1" dirty="0"/>
              <a:t>correlation</a:t>
            </a:r>
          </a:p>
        </p:txBody>
      </p:sp>
    </p:spTree>
    <p:extLst>
      <p:ext uri="{BB962C8B-B14F-4D97-AF65-F5344CB8AC3E}">
        <p14:creationId xmlns:p14="http://schemas.microsoft.com/office/powerpoint/2010/main" val="35949562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41147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03506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38634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91712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</TotalTime>
  <Words>301</Words>
  <Application>Microsoft Office PowerPoint</Application>
  <PresentationFormat>Widescreen</PresentationFormat>
  <Paragraphs>221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Daniel M. Bustos Guajardo</dc:creator>
  <cp:lastModifiedBy>Daniel M. Bustos Guajardo</cp:lastModifiedBy>
  <cp:revision>7</cp:revision>
  <dcterms:created xsi:type="dcterms:W3CDTF">2022-05-09T22:37:48Z</dcterms:created>
  <dcterms:modified xsi:type="dcterms:W3CDTF">2022-05-11T01:25:06Z</dcterms:modified>
</cp:coreProperties>
</file>